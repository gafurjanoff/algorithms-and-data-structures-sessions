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29"/>
    <p:restoredTop sz="94703"/>
  </p:normalViewPr>
  <p:slideViewPr>
    <p:cSldViewPr snapToGrid="0" snapToObjects="1">
      <p:cViewPr>
        <p:scale>
          <a:sx n="108" d="100"/>
          <a:sy n="108" d="100"/>
        </p:scale>
        <p:origin x="1024" y="-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hyperlink" Target="https://www.python.org/" TargetMode="Externa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" TargetMode="External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24CAAB-E25D-4F13-96D9-70B469E0EDA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66A7BA4-46F9-4E2C-A31B-6ABCB7C92DBD}">
      <dgm:prSet/>
      <dgm:spPr/>
      <dgm:t>
        <a:bodyPr/>
        <a:lstStyle/>
        <a:p>
          <a:r>
            <a:rPr lang="en-US"/>
            <a:t>What the </a:t>
          </a:r>
          <a:r>
            <a:rPr lang="en-US" b="1"/>
            <a:t>Python Interpreter</a:t>
          </a:r>
          <a:r>
            <a:rPr lang="en-US"/>
            <a:t> is and what it does</a:t>
          </a:r>
        </a:p>
      </dgm:t>
    </dgm:pt>
    <dgm:pt modelId="{60B8B17B-ED86-404F-BDC8-C7F2D118783C}" type="parTrans" cxnId="{5C20A256-9FD5-43BA-AA5B-B083B787147A}">
      <dgm:prSet/>
      <dgm:spPr/>
      <dgm:t>
        <a:bodyPr/>
        <a:lstStyle/>
        <a:p>
          <a:endParaRPr lang="en-US"/>
        </a:p>
      </dgm:t>
    </dgm:pt>
    <dgm:pt modelId="{7BA6ED6E-B55E-418E-A750-93EDC8492986}" type="sibTrans" cxnId="{5C20A256-9FD5-43BA-AA5B-B083B787147A}">
      <dgm:prSet/>
      <dgm:spPr/>
      <dgm:t>
        <a:bodyPr/>
        <a:lstStyle/>
        <a:p>
          <a:endParaRPr lang="en-US"/>
        </a:p>
      </dgm:t>
    </dgm:pt>
    <dgm:pt modelId="{25BD43F0-7C37-4214-B84D-989755E70BE9}">
      <dgm:prSet/>
      <dgm:spPr/>
      <dgm:t>
        <a:bodyPr/>
        <a:lstStyle/>
        <a:p>
          <a:r>
            <a:rPr lang="en-US"/>
            <a:t>Describe execution flow: </a:t>
          </a:r>
          <a:r>
            <a:rPr lang="en-US" b="1"/>
            <a:t>Source Code → Bytecode → PVM</a:t>
          </a:r>
          <a:endParaRPr lang="en-US"/>
        </a:p>
      </dgm:t>
    </dgm:pt>
    <dgm:pt modelId="{18AB0604-0D2E-4E7E-B0B0-9B8A57D326A9}" type="parTrans" cxnId="{47834A75-BDC8-4D69-AD4C-927A7D9B68CE}">
      <dgm:prSet/>
      <dgm:spPr/>
      <dgm:t>
        <a:bodyPr/>
        <a:lstStyle/>
        <a:p>
          <a:endParaRPr lang="en-US"/>
        </a:p>
      </dgm:t>
    </dgm:pt>
    <dgm:pt modelId="{A1EFE710-15B6-4470-8384-9908AA4E9660}" type="sibTrans" cxnId="{47834A75-BDC8-4D69-AD4C-927A7D9B68CE}">
      <dgm:prSet/>
      <dgm:spPr/>
      <dgm:t>
        <a:bodyPr/>
        <a:lstStyle/>
        <a:p>
          <a:endParaRPr lang="en-US"/>
        </a:p>
      </dgm:t>
    </dgm:pt>
    <dgm:pt modelId="{48C701DC-24E1-4181-9FAA-813F45FAF66F}">
      <dgm:prSet/>
      <dgm:spPr/>
      <dgm:t>
        <a:bodyPr/>
        <a:lstStyle/>
        <a:p>
          <a:r>
            <a:rPr lang="en-US"/>
            <a:t>Define and differentiate key terms: </a:t>
          </a:r>
          <a:r>
            <a:rPr lang="en-US" i="1"/>
            <a:t>source code, bytecode, .pyc file, </a:t>
          </a:r>
          <a:r>
            <a:rPr lang="en-US" b="1" i="1"/>
            <a:t>pycache</a:t>
          </a:r>
          <a:r>
            <a:rPr lang="en-US" i="1"/>
            <a:t>, PVM, machine code.</a:t>
          </a:r>
          <a:endParaRPr lang="en-US"/>
        </a:p>
      </dgm:t>
    </dgm:pt>
    <dgm:pt modelId="{0CC988AC-07EF-48D9-B867-9F887FDFAB79}" type="parTrans" cxnId="{AF640528-EBD7-44FB-B627-80704E6F479A}">
      <dgm:prSet/>
      <dgm:spPr/>
      <dgm:t>
        <a:bodyPr/>
        <a:lstStyle/>
        <a:p>
          <a:endParaRPr lang="en-US"/>
        </a:p>
      </dgm:t>
    </dgm:pt>
    <dgm:pt modelId="{E2488BF6-A29F-438F-99F0-741EC93F9DC3}" type="sibTrans" cxnId="{AF640528-EBD7-44FB-B627-80704E6F479A}">
      <dgm:prSet/>
      <dgm:spPr/>
      <dgm:t>
        <a:bodyPr/>
        <a:lstStyle/>
        <a:p>
          <a:endParaRPr lang="en-US"/>
        </a:p>
      </dgm:t>
    </dgm:pt>
    <dgm:pt modelId="{EEFFE3C5-D8B4-4B32-8F5D-3EFC4C44151C}">
      <dgm:prSet/>
      <dgm:spPr/>
      <dgm:t>
        <a:bodyPr/>
        <a:lstStyle/>
        <a:p>
          <a:r>
            <a:rPr lang="en-US"/>
            <a:t>Explain why Python uses bytecode and its impact on </a:t>
          </a:r>
          <a:r>
            <a:rPr lang="en-US" b="1"/>
            <a:t>development speed</a:t>
          </a:r>
          <a:r>
            <a:rPr lang="en-US"/>
            <a:t> vs </a:t>
          </a:r>
          <a:r>
            <a:rPr lang="en-US" b="1"/>
            <a:t>performance</a:t>
          </a:r>
          <a:endParaRPr lang="en-US"/>
        </a:p>
      </dgm:t>
    </dgm:pt>
    <dgm:pt modelId="{DB8E93E2-DADA-4CF9-9530-2E417125628F}" type="parTrans" cxnId="{3461C37D-5D1F-43AF-816A-ECEE429633A0}">
      <dgm:prSet/>
      <dgm:spPr/>
      <dgm:t>
        <a:bodyPr/>
        <a:lstStyle/>
        <a:p>
          <a:endParaRPr lang="en-US"/>
        </a:p>
      </dgm:t>
    </dgm:pt>
    <dgm:pt modelId="{F4654954-E82E-4593-A895-00CD27856B02}" type="sibTrans" cxnId="{3461C37D-5D1F-43AF-816A-ECEE429633A0}">
      <dgm:prSet/>
      <dgm:spPr/>
      <dgm:t>
        <a:bodyPr/>
        <a:lstStyle/>
        <a:p>
          <a:endParaRPr lang="en-US"/>
        </a:p>
      </dgm:t>
    </dgm:pt>
    <dgm:pt modelId="{778AA97D-6186-4077-BA32-ABC0F1241427}">
      <dgm:prSet/>
      <dgm:spPr/>
      <dgm:t>
        <a:bodyPr/>
        <a:lstStyle/>
        <a:p>
          <a:r>
            <a:rPr lang="en-US"/>
            <a:t>Compare the standard </a:t>
          </a:r>
          <a:r>
            <a:rPr lang="en-US" b="1"/>
            <a:t>CPython</a:t>
          </a:r>
          <a:r>
            <a:rPr lang="en-US"/>
            <a:t> with other Python implementations (PyPy, Cython, Jython, etc.)</a:t>
          </a:r>
        </a:p>
      </dgm:t>
    </dgm:pt>
    <dgm:pt modelId="{020159C4-9D2E-4454-B319-0465BA2C5437}" type="parTrans" cxnId="{7DBDC714-FD45-4B12-94B8-FE3C58D8D76C}">
      <dgm:prSet/>
      <dgm:spPr/>
      <dgm:t>
        <a:bodyPr/>
        <a:lstStyle/>
        <a:p>
          <a:endParaRPr lang="en-US"/>
        </a:p>
      </dgm:t>
    </dgm:pt>
    <dgm:pt modelId="{948974B3-0A92-4BA5-94BF-2F298BA97F76}" type="sibTrans" cxnId="{7DBDC714-FD45-4B12-94B8-FE3C58D8D76C}">
      <dgm:prSet/>
      <dgm:spPr/>
      <dgm:t>
        <a:bodyPr/>
        <a:lstStyle/>
        <a:p>
          <a:endParaRPr lang="en-US"/>
        </a:p>
      </dgm:t>
    </dgm:pt>
    <dgm:pt modelId="{5CA6DD7C-F01C-4145-932D-8D3F16F41C5D}">
      <dgm:prSet/>
      <dgm:spPr/>
      <dgm:t>
        <a:bodyPr/>
        <a:lstStyle/>
        <a:p>
          <a:r>
            <a:rPr lang="en-US" dirty="0"/>
            <a:t>Understand what </a:t>
          </a:r>
          <a:r>
            <a:rPr lang="en-US" b="1" dirty="0"/>
            <a:t>standalone executables</a:t>
          </a:r>
          <a:r>
            <a:rPr lang="en-US" dirty="0"/>
            <a:t> (frozen binaries) are and when to use them</a:t>
          </a:r>
        </a:p>
      </dgm:t>
    </dgm:pt>
    <dgm:pt modelId="{83FAFB66-3CC6-4D52-9C16-A21DFF61CFAD}" type="parTrans" cxnId="{852D0518-227A-49B7-A571-DF1BA95C1BE1}">
      <dgm:prSet/>
      <dgm:spPr/>
      <dgm:t>
        <a:bodyPr/>
        <a:lstStyle/>
        <a:p>
          <a:endParaRPr lang="en-US"/>
        </a:p>
      </dgm:t>
    </dgm:pt>
    <dgm:pt modelId="{69158AC3-BF12-47D7-A859-D3314F122C05}" type="sibTrans" cxnId="{852D0518-227A-49B7-A571-DF1BA95C1BE1}">
      <dgm:prSet/>
      <dgm:spPr/>
      <dgm:t>
        <a:bodyPr/>
        <a:lstStyle/>
        <a:p>
          <a:endParaRPr lang="en-US"/>
        </a:p>
      </dgm:t>
    </dgm:pt>
    <dgm:pt modelId="{01358839-1090-6549-AA52-C981BD1D8E9E}" type="pres">
      <dgm:prSet presAssocID="{1324CAAB-E25D-4F13-96D9-70B469E0EDA9}" presName="vert0" presStyleCnt="0">
        <dgm:presLayoutVars>
          <dgm:dir/>
          <dgm:animOne val="branch"/>
          <dgm:animLvl val="lvl"/>
        </dgm:presLayoutVars>
      </dgm:prSet>
      <dgm:spPr/>
    </dgm:pt>
    <dgm:pt modelId="{55DA51C6-EB41-1441-BE04-BD3DFD1CBE8D}" type="pres">
      <dgm:prSet presAssocID="{B66A7BA4-46F9-4E2C-A31B-6ABCB7C92DBD}" presName="thickLine" presStyleLbl="alignNode1" presStyleIdx="0" presStyleCnt="6"/>
      <dgm:spPr/>
    </dgm:pt>
    <dgm:pt modelId="{EFED7569-724B-114F-BE3F-9AB2C8BE3AB6}" type="pres">
      <dgm:prSet presAssocID="{B66A7BA4-46F9-4E2C-A31B-6ABCB7C92DBD}" presName="horz1" presStyleCnt="0"/>
      <dgm:spPr/>
    </dgm:pt>
    <dgm:pt modelId="{331322A0-BD2E-8149-8299-B9180468C07C}" type="pres">
      <dgm:prSet presAssocID="{B66A7BA4-46F9-4E2C-A31B-6ABCB7C92DBD}" presName="tx1" presStyleLbl="revTx" presStyleIdx="0" presStyleCnt="6"/>
      <dgm:spPr/>
    </dgm:pt>
    <dgm:pt modelId="{034C16C1-6867-A54C-A230-1A700BEB473B}" type="pres">
      <dgm:prSet presAssocID="{B66A7BA4-46F9-4E2C-A31B-6ABCB7C92DBD}" presName="vert1" presStyleCnt="0"/>
      <dgm:spPr/>
    </dgm:pt>
    <dgm:pt modelId="{B04C397B-1073-164B-B5AC-2670D9B41C41}" type="pres">
      <dgm:prSet presAssocID="{25BD43F0-7C37-4214-B84D-989755E70BE9}" presName="thickLine" presStyleLbl="alignNode1" presStyleIdx="1" presStyleCnt="6"/>
      <dgm:spPr/>
    </dgm:pt>
    <dgm:pt modelId="{BFAB3A24-98CA-5541-B3A9-AD078CCDEFD2}" type="pres">
      <dgm:prSet presAssocID="{25BD43F0-7C37-4214-B84D-989755E70BE9}" presName="horz1" presStyleCnt="0"/>
      <dgm:spPr/>
    </dgm:pt>
    <dgm:pt modelId="{A0981E36-6847-F74B-A52F-43B99DC57D75}" type="pres">
      <dgm:prSet presAssocID="{25BD43F0-7C37-4214-B84D-989755E70BE9}" presName="tx1" presStyleLbl="revTx" presStyleIdx="1" presStyleCnt="6"/>
      <dgm:spPr/>
    </dgm:pt>
    <dgm:pt modelId="{E24471F4-D08D-874A-8D09-311E2F44FA25}" type="pres">
      <dgm:prSet presAssocID="{25BD43F0-7C37-4214-B84D-989755E70BE9}" presName="vert1" presStyleCnt="0"/>
      <dgm:spPr/>
    </dgm:pt>
    <dgm:pt modelId="{10B2078B-32F3-F842-8028-AEBE02098343}" type="pres">
      <dgm:prSet presAssocID="{48C701DC-24E1-4181-9FAA-813F45FAF66F}" presName="thickLine" presStyleLbl="alignNode1" presStyleIdx="2" presStyleCnt="6"/>
      <dgm:spPr/>
    </dgm:pt>
    <dgm:pt modelId="{0109A73A-8826-F145-AD9A-19A528035AEC}" type="pres">
      <dgm:prSet presAssocID="{48C701DC-24E1-4181-9FAA-813F45FAF66F}" presName="horz1" presStyleCnt="0"/>
      <dgm:spPr/>
    </dgm:pt>
    <dgm:pt modelId="{D3B66D45-5A72-1546-ABBF-86C11AD1B706}" type="pres">
      <dgm:prSet presAssocID="{48C701DC-24E1-4181-9FAA-813F45FAF66F}" presName="tx1" presStyleLbl="revTx" presStyleIdx="2" presStyleCnt="6"/>
      <dgm:spPr/>
    </dgm:pt>
    <dgm:pt modelId="{ADE00646-E723-7044-BCFC-E1CA20EE97E6}" type="pres">
      <dgm:prSet presAssocID="{48C701DC-24E1-4181-9FAA-813F45FAF66F}" presName="vert1" presStyleCnt="0"/>
      <dgm:spPr/>
    </dgm:pt>
    <dgm:pt modelId="{BABB0101-189F-894A-A843-701CF56F222C}" type="pres">
      <dgm:prSet presAssocID="{EEFFE3C5-D8B4-4B32-8F5D-3EFC4C44151C}" presName="thickLine" presStyleLbl="alignNode1" presStyleIdx="3" presStyleCnt="6"/>
      <dgm:spPr/>
    </dgm:pt>
    <dgm:pt modelId="{EF6FCD08-67F6-0347-BE91-07FCEDAE30AA}" type="pres">
      <dgm:prSet presAssocID="{EEFFE3C5-D8B4-4B32-8F5D-3EFC4C44151C}" presName="horz1" presStyleCnt="0"/>
      <dgm:spPr/>
    </dgm:pt>
    <dgm:pt modelId="{91A3C0C5-01D5-F04E-A90E-D0C56650342F}" type="pres">
      <dgm:prSet presAssocID="{EEFFE3C5-D8B4-4B32-8F5D-3EFC4C44151C}" presName="tx1" presStyleLbl="revTx" presStyleIdx="3" presStyleCnt="6"/>
      <dgm:spPr/>
    </dgm:pt>
    <dgm:pt modelId="{50B9D87D-9692-514E-AD42-143165D3FC47}" type="pres">
      <dgm:prSet presAssocID="{EEFFE3C5-D8B4-4B32-8F5D-3EFC4C44151C}" presName="vert1" presStyleCnt="0"/>
      <dgm:spPr/>
    </dgm:pt>
    <dgm:pt modelId="{6DB4D4BB-41AC-9C49-B37B-A270930C51CC}" type="pres">
      <dgm:prSet presAssocID="{778AA97D-6186-4077-BA32-ABC0F1241427}" presName="thickLine" presStyleLbl="alignNode1" presStyleIdx="4" presStyleCnt="6"/>
      <dgm:spPr/>
    </dgm:pt>
    <dgm:pt modelId="{6014759D-707E-DB49-B9BC-F4A03AB0B301}" type="pres">
      <dgm:prSet presAssocID="{778AA97D-6186-4077-BA32-ABC0F1241427}" presName="horz1" presStyleCnt="0"/>
      <dgm:spPr/>
    </dgm:pt>
    <dgm:pt modelId="{58068E45-227D-7C40-B04D-69148774F8A4}" type="pres">
      <dgm:prSet presAssocID="{778AA97D-6186-4077-BA32-ABC0F1241427}" presName="tx1" presStyleLbl="revTx" presStyleIdx="4" presStyleCnt="6"/>
      <dgm:spPr/>
    </dgm:pt>
    <dgm:pt modelId="{B6356086-5640-264F-938A-8BD4D9CF4C78}" type="pres">
      <dgm:prSet presAssocID="{778AA97D-6186-4077-BA32-ABC0F1241427}" presName="vert1" presStyleCnt="0"/>
      <dgm:spPr/>
    </dgm:pt>
    <dgm:pt modelId="{F008E47E-9999-604B-B813-7D872F0EDA5C}" type="pres">
      <dgm:prSet presAssocID="{5CA6DD7C-F01C-4145-932D-8D3F16F41C5D}" presName="thickLine" presStyleLbl="alignNode1" presStyleIdx="5" presStyleCnt="6"/>
      <dgm:spPr/>
    </dgm:pt>
    <dgm:pt modelId="{6BD5575E-83DC-E941-85EF-2D4E742C73F8}" type="pres">
      <dgm:prSet presAssocID="{5CA6DD7C-F01C-4145-932D-8D3F16F41C5D}" presName="horz1" presStyleCnt="0"/>
      <dgm:spPr/>
    </dgm:pt>
    <dgm:pt modelId="{8608CE6F-3F6D-344B-BF5E-837ABCA2C699}" type="pres">
      <dgm:prSet presAssocID="{5CA6DD7C-F01C-4145-932D-8D3F16F41C5D}" presName="tx1" presStyleLbl="revTx" presStyleIdx="5" presStyleCnt="6"/>
      <dgm:spPr/>
    </dgm:pt>
    <dgm:pt modelId="{16929242-6598-0C49-BF32-37BEE7F4D1B8}" type="pres">
      <dgm:prSet presAssocID="{5CA6DD7C-F01C-4145-932D-8D3F16F41C5D}" presName="vert1" presStyleCnt="0"/>
      <dgm:spPr/>
    </dgm:pt>
  </dgm:ptLst>
  <dgm:cxnLst>
    <dgm:cxn modelId="{97C78A07-33AA-F24F-98D6-592A90145B14}" type="presOf" srcId="{778AA97D-6186-4077-BA32-ABC0F1241427}" destId="{58068E45-227D-7C40-B04D-69148774F8A4}" srcOrd="0" destOrd="0" presId="urn:microsoft.com/office/officeart/2008/layout/LinedList"/>
    <dgm:cxn modelId="{7DBDC714-FD45-4B12-94B8-FE3C58D8D76C}" srcId="{1324CAAB-E25D-4F13-96D9-70B469E0EDA9}" destId="{778AA97D-6186-4077-BA32-ABC0F1241427}" srcOrd="4" destOrd="0" parTransId="{020159C4-9D2E-4454-B319-0465BA2C5437}" sibTransId="{948974B3-0A92-4BA5-94BF-2F298BA97F76}"/>
    <dgm:cxn modelId="{852D0518-227A-49B7-A571-DF1BA95C1BE1}" srcId="{1324CAAB-E25D-4F13-96D9-70B469E0EDA9}" destId="{5CA6DD7C-F01C-4145-932D-8D3F16F41C5D}" srcOrd="5" destOrd="0" parTransId="{83FAFB66-3CC6-4D52-9C16-A21DFF61CFAD}" sibTransId="{69158AC3-BF12-47D7-A859-D3314F122C05}"/>
    <dgm:cxn modelId="{AF640528-EBD7-44FB-B627-80704E6F479A}" srcId="{1324CAAB-E25D-4F13-96D9-70B469E0EDA9}" destId="{48C701DC-24E1-4181-9FAA-813F45FAF66F}" srcOrd="2" destOrd="0" parTransId="{0CC988AC-07EF-48D9-B867-9F887FDFAB79}" sibTransId="{E2488BF6-A29F-438F-99F0-741EC93F9DC3}"/>
    <dgm:cxn modelId="{5C20A256-9FD5-43BA-AA5B-B083B787147A}" srcId="{1324CAAB-E25D-4F13-96D9-70B469E0EDA9}" destId="{B66A7BA4-46F9-4E2C-A31B-6ABCB7C92DBD}" srcOrd="0" destOrd="0" parTransId="{60B8B17B-ED86-404F-BDC8-C7F2D118783C}" sibTransId="{7BA6ED6E-B55E-418E-A750-93EDC8492986}"/>
    <dgm:cxn modelId="{772D655B-6FAE-DE4B-8FD1-7E3AD5D7FB17}" type="presOf" srcId="{EEFFE3C5-D8B4-4B32-8F5D-3EFC4C44151C}" destId="{91A3C0C5-01D5-F04E-A90E-D0C56650342F}" srcOrd="0" destOrd="0" presId="urn:microsoft.com/office/officeart/2008/layout/LinedList"/>
    <dgm:cxn modelId="{966AFD68-4869-5B43-97C4-229BFFA3BDD3}" type="presOf" srcId="{1324CAAB-E25D-4F13-96D9-70B469E0EDA9}" destId="{01358839-1090-6549-AA52-C981BD1D8E9E}" srcOrd="0" destOrd="0" presId="urn:microsoft.com/office/officeart/2008/layout/LinedList"/>
    <dgm:cxn modelId="{47834A75-BDC8-4D69-AD4C-927A7D9B68CE}" srcId="{1324CAAB-E25D-4F13-96D9-70B469E0EDA9}" destId="{25BD43F0-7C37-4214-B84D-989755E70BE9}" srcOrd="1" destOrd="0" parTransId="{18AB0604-0D2E-4E7E-B0B0-9B8A57D326A9}" sibTransId="{A1EFE710-15B6-4470-8384-9908AA4E9660}"/>
    <dgm:cxn modelId="{3461C37D-5D1F-43AF-816A-ECEE429633A0}" srcId="{1324CAAB-E25D-4F13-96D9-70B469E0EDA9}" destId="{EEFFE3C5-D8B4-4B32-8F5D-3EFC4C44151C}" srcOrd="3" destOrd="0" parTransId="{DB8E93E2-DADA-4CF9-9530-2E417125628F}" sibTransId="{F4654954-E82E-4593-A895-00CD27856B02}"/>
    <dgm:cxn modelId="{E55EBA99-27B7-FD42-B885-4211959A894B}" type="presOf" srcId="{5CA6DD7C-F01C-4145-932D-8D3F16F41C5D}" destId="{8608CE6F-3F6D-344B-BF5E-837ABCA2C699}" srcOrd="0" destOrd="0" presId="urn:microsoft.com/office/officeart/2008/layout/LinedList"/>
    <dgm:cxn modelId="{E0EAE8A3-59AB-9B4A-84FB-92315DED254B}" type="presOf" srcId="{B66A7BA4-46F9-4E2C-A31B-6ABCB7C92DBD}" destId="{331322A0-BD2E-8149-8299-B9180468C07C}" srcOrd="0" destOrd="0" presId="urn:microsoft.com/office/officeart/2008/layout/LinedList"/>
    <dgm:cxn modelId="{28C2DFAB-8F81-0F4F-8645-5C07766A4D44}" type="presOf" srcId="{25BD43F0-7C37-4214-B84D-989755E70BE9}" destId="{A0981E36-6847-F74B-A52F-43B99DC57D75}" srcOrd="0" destOrd="0" presId="urn:microsoft.com/office/officeart/2008/layout/LinedList"/>
    <dgm:cxn modelId="{B0E9F3D8-6ADF-2644-A947-A50E43564921}" type="presOf" srcId="{48C701DC-24E1-4181-9FAA-813F45FAF66F}" destId="{D3B66D45-5A72-1546-ABBF-86C11AD1B706}" srcOrd="0" destOrd="0" presId="urn:microsoft.com/office/officeart/2008/layout/LinedList"/>
    <dgm:cxn modelId="{F4500A60-4574-9245-994A-8D9099A1457D}" type="presParOf" srcId="{01358839-1090-6549-AA52-C981BD1D8E9E}" destId="{55DA51C6-EB41-1441-BE04-BD3DFD1CBE8D}" srcOrd="0" destOrd="0" presId="urn:microsoft.com/office/officeart/2008/layout/LinedList"/>
    <dgm:cxn modelId="{96178358-FE2B-8742-BAC7-83E2E00CAEB7}" type="presParOf" srcId="{01358839-1090-6549-AA52-C981BD1D8E9E}" destId="{EFED7569-724B-114F-BE3F-9AB2C8BE3AB6}" srcOrd="1" destOrd="0" presId="urn:microsoft.com/office/officeart/2008/layout/LinedList"/>
    <dgm:cxn modelId="{0A631C16-0B62-F243-A8A9-E153A4E240AA}" type="presParOf" srcId="{EFED7569-724B-114F-BE3F-9AB2C8BE3AB6}" destId="{331322A0-BD2E-8149-8299-B9180468C07C}" srcOrd="0" destOrd="0" presId="urn:microsoft.com/office/officeart/2008/layout/LinedList"/>
    <dgm:cxn modelId="{4FF80BD9-E6A0-0F47-9809-B2EA4485FA23}" type="presParOf" srcId="{EFED7569-724B-114F-BE3F-9AB2C8BE3AB6}" destId="{034C16C1-6867-A54C-A230-1A700BEB473B}" srcOrd="1" destOrd="0" presId="urn:microsoft.com/office/officeart/2008/layout/LinedList"/>
    <dgm:cxn modelId="{A0888BE2-B73D-5A43-8852-C6EB2D624107}" type="presParOf" srcId="{01358839-1090-6549-AA52-C981BD1D8E9E}" destId="{B04C397B-1073-164B-B5AC-2670D9B41C41}" srcOrd="2" destOrd="0" presId="urn:microsoft.com/office/officeart/2008/layout/LinedList"/>
    <dgm:cxn modelId="{7DD295EB-EE7B-F744-97DF-B91E10EF6B88}" type="presParOf" srcId="{01358839-1090-6549-AA52-C981BD1D8E9E}" destId="{BFAB3A24-98CA-5541-B3A9-AD078CCDEFD2}" srcOrd="3" destOrd="0" presId="urn:microsoft.com/office/officeart/2008/layout/LinedList"/>
    <dgm:cxn modelId="{DEF89518-3763-6443-9FC3-FB20C719EC00}" type="presParOf" srcId="{BFAB3A24-98CA-5541-B3A9-AD078CCDEFD2}" destId="{A0981E36-6847-F74B-A52F-43B99DC57D75}" srcOrd="0" destOrd="0" presId="urn:microsoft.com/office/officeart/2008/layout/LinedList"/>
    <dgm:cxn modelId="{6176929C-90B8-EE4F-AEB1-2C6C7DEC5063}" type="presParOf" srcId="{BFAB3A24-98CA-5541-B3A9-AD078CCDEFD2}" destId="{E24471F4-D08D-874A-8D09-311E2F44FA25}" srcOrd="1" destOrd="0" presId="urn:microsoft.com/office/officeart/2008/layout/LinedList"/>
    <dgm:cxn modelId="{70F3991D-489C-8F47-9C74-14BB2500C52B}" type="presParOf" srcId="{01358839-1090-6549-AA52-C981BD1D8E9E}" destId="{10B2078B-32F3-F842-8028-AEBE02098343}" srcOrd="4" destOrd="0" presId="urn:microsoft.com/office/officeart/2008/layout/LinedList"/>
    <dgm:cxn modelId="{14CE8819-3C78-4A4F-8160-FC441E2F4400}" type="presParOf" srcId="{01358839-1090-6549-AA52-C981BD1D8E9E}" destId="{0109A73A-8826-F145-AD9A-19A528035AEC}" srcOrd="5" destOrd="0" presId="urn:microsoft.com/office/officeart/2008/layout/LinedList"/>
    <dgm:cxn modelId="{107E8667-0CF6-DC4F-92C4-D3B212CBBC9A}" type="presParOf" srcId="{0109A73A-8826-F145-AD9A-19A528035AEC}" destId="{D3B66D45-5A72-1546-ABBF-86C11AD1B706}" srcOrd="0" destOrd="0" presId="urn:microsoft.com/office/officeart/2008/layout/LinedList"/>
    <dgm:cxn modelId="{340E9313-E4E1-0046-928B-B0A187E36954}" type="presParOf" srcId="{0109A73A-8826-F145-AD9A-19A528035AEC}" destId="{ADE00646-E723-7044-BCFC-E1CA20EE97E6}" srcOrd="1" destOrd="0" presId="urn:microsoft.com/office/officeart/2008/layout/LinedList"/>
    <dgm:cxn modelId="{D04B50B0-397E-CE47-AAD0-F47EA0AE53CC}" type="presParOf" srcId="{01358839-1090-6549-AA52-C981BD1D8E9E}" destId="{BABB0101-189F-894A-A843-701CF56F222C}" srcOrd="6" destOrd="0" presId="urn:microsoft.com/office/officeart/2008/layout/LinedList"/>
    <dgm:cxn modelId="{75E10041-EDC7-3746-AD29-87DFB16D34E0}" type="presParOf" srcId="{01358839-1090-6549-AA52-C981BD1D8E9E}" destId="{EF6FCD08-67F6-0347-BE91-07FCEDAE30AA}" srcOrd="7" destOrd="0" presId="urn:microsoft.com/office/officeart/2008/layout/LinedList"/>
    <dgm:cxn modelId="{206C9EFC-C379-B042-B19A-7CBE07CC2445}" type="presParOf" srcId="{EF6FCD08-67F6-0347-BE91-07FCEDAE30AA}" destId="{91A3C0C5-01D5-F04E-A90E-D0C56650342F}" srcOrd="0" destOrd="0" presId="urn:microsoft.com/office/officeart/2008/layout/LinedList"/>
    <dgm:cxn modelId="{608E5F90-6520-AE44-9F32-BEC614D504D9}" type="presParOf" srcId="{EF6FCD08-67F6-0347-BE91-07FCEDAE30AA}" destId="{50B9D87D-9692-514E-AD42-143165D3FC47}" srcOrd="1" destOrd="0" presId="urn:microsoft.com/office/officeart/2008/layout/LinedList"/>
    <dgm:cxn modelId="{0E71F3C9-DFA6-D04F-A4AF-C1342BE59DAA}" type="presParOf" srcId="{01358839-1090-6549-AA52-C981BD1D8E9E}" destId="{6DB4D4BB-41AC-9C49-B37B-A270930C51CC}" srcOrd="8" destOrd="0" presId="urn:microsoft.com/office/officeart/2008/layout/LinedList"/>
    <dgm:cxn modelId="{EF38F2BC-7879-9A48-A27F-B02BF96485F6}" type="presParOf" srcId="{01358839-1090-6549-AA52-C981BD1D8E9E}" destId="{6014759D-707E-DB49-B9BC-F4A03AB0B301}" srcOrd="9" destOrd="0" presId="urn:microsoft.com/office/officeart/2008/layout/LinedList"/>
    <dgm:cxn modelId="{78C7AFCC-A8CE-764F-B770-A48162449620}" type="presParOf" srcId="{6014759D-707E-DB49-B9BC-F4A03AB0B301}" destId="{58068E45-227D-7C40-B04D-69148774F8A4}" srcOrd="0" destOrd="0" presId="urn:microsoft.com/office/officeart/2008/layout/LinedList"/>
    <dgm:cxn modelId="{BA00E500-6C00-504A-9312-3DD0F20CBF65}" type="presParOf" srcId="{6014759D-707E-DB49-B9BC-F4A03AB0B301}" destId="{B6356086-5640-264F-938A-8BD4D9CF4C78}" srcOrd="1" destOrd="0" presId="urn:microsoft.com/office/officeart/2008/layout/LinedList"/>
    <dgm:cxn modelId="{AB048323-98F2-0240-9BDD-01DB6FA2D20C}" type="presParOf" srcId="{01358839-1090-6549-AA52-C981BD1D8E9E}" destId="{F008E47E-9999-604B-B813-7D872F0EDA5C}" srcOrd="10" destOrd="0" presId="urn:microsoft.com/office/officeart/2008/layout/LinedList"/>
    <dgm:cxn modelId="{85A80D7B-FBA2-D640-9886-38F652CB99F5}" type="presParOf" srcId="{01358839-1090-6549-AA52-C981BD1D8E9E}" destId="{6BD5575E-83DC-E941-85EF-2D4E742C73F8}" srcOrd="11" destOrd="0" presId="urn:microsoft.com/office/officeart/2008/layout/LinedList"/>
    <dgm:cxn modelId="{C3682E57-4653-F243-B916-C166250C0C63}" type="presParOf" srcId="{6BD5575E-83DC-E941-85EF-2D4E742C73F8}" destId="{8608CE6F-3F6D-344B-BF5E-837ABCA2C699}" srcOrd="0" destOrd="0" presId="urn:microsoft.com/office/officeart/2008/layout/LinedList"/>
    <dgm:cxn modelId="{EA5A784D-BA51-1247-ACC0-D8970FA0490B}" type="presParOf" srcId="{6BD5575E-83DC-E941-85EF-2D4E742C73F8}" destId="{16929242-6598-0C49-BF32-37BEE7F4D1B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5D6904D-08E0-4BA9-BFFE-CA5057E1CB2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669DDF6-9E7B-4181-911D-55EE13C53C14}">
      <dgm:prSet/>
      <dgm:spPr/>
      <dgm:t>
        <a:bodyPr/>
        <a:lstStyle/>
        <a:p>
          <a:r>
            <a:rPr lang="en-US"/>
            <a:t>You write </a:t>
          </a:r>
          <a:r>
            <a:rPr lang="en-US" b="1"/>
            <a:t>source code</a:t>
          </a:r>
          <a:r>
            <a:rPr lang="en-US"/>
            <a:t> (.py file)</a:t>
          </a:r>
        </a:p>
      </dgm:t>
    </dgm:pt>
    <dgm:pt modelId="{4B910046-D693-4D2F-A9BA-A95E8EF9E1A0}" type="parTrans" cxnId="{2CC14A0F-ACC7-40DC-A146-5A774E418C2E}">
      <dgm:prSet/>
      <dgm:spPr/>
      <dgm:t>
        <a:bodyPr/>
        <a:lstStyle/>
        <a:p>
          <a:endParaRPr lang="en-US"/>
        </a:p>
      </dgm:t>
    </dgm:pt>
    <dgm:pt modelId="{DDBC73D6-48DB-4854-B668-ABBBD39A6BCF}" type="sibTrans" cxnId="{2CC14A0F-ACC7-40DC-A146-5A774E418C2E}">
      <dgm:prSet/>
      <dgm:spPr/>
      <dgm:t>
        <a:bodyPr/>
        <a:lstStyle/>
        <a:p>
          <a:endParaRPr lang="en-US"/>
        </a:p>
      </dgm:t>
    </dgm:pt>
    <dgm:pt modelId="{E3C213E5-54FC-4729-BB14-F27FDF5FB063}">
      <dgm:prSet/>
      <dgm:spPr/>
      <dgm:t>
        <a:bodyPr/>
        <a:lstStyle/>
        <a:p>
          <a:r>
            <a:rPr lang="en-US" dirty="0"/>
            <a:t>Python </a:t>
          </a:r>
          <a:r>
            <a:rPr lang="en-US" b="1" dirty="0"/>
            <a:t>compiles</a:t>
          </a:r>
          <a:r>
            <a:rPr lang="en-US" dirty="0"/>
            <a:t> it automatically to </a:t>
          </a:r>
          <a:r>
            <a:rPr lang="en-US" b="1" dirty="0"/>
            <a:t>bytecode</a:t>
          </a:r>
          <a:endParaRPr lang="en-US" dirty="0"/>
        </a:p>
      </dgm:t>
    </dgm:pt>
    <dgm:pt modelId="{93001BD3-5362-4FA7-A7A9-FC4AE8994452}" type="parTrans" cxnId="{10B015ED-D3A6-4432-A731-4BF4A523E179}">
      <dgm:prSet/>
      <dgm:spPr/>
      <dgm:t>
        <a:bodyPr/>
        <a:lstStyle/>
        <a:p>
          <a:endParaRPr lang="en-US"/>
        </a:p>
      </dgm:t>
    </dgm:pt>
    <dgm:pt modelId="{FA39F5BB-5A71-4DF1-B4A3-7F07AE4053CA}" type="sibTrans" cxnId="{10B015ED-D3A6-4432-A731-4BF4A523E179}">
      <dgm:prSet/>
      <dgm:spPr/>
      <dgm:t>
        <a:bodyPr/>
        <a:lstStyle/>
        <a:p>
          <a:endParaRPr lang="en-US"/>
        </a:p>
      </dgm:t>
    </dgm:pt>
    <dgm:pt modelId="{881A2106-6208-49DF-A842-60C8ACA9CB5B}">
      <dgm:prSet/>
      <dgm:spPr/>
      <dgm:t>
        <a:bodyPr/>
        <a:lstStyle/>
        <a:p>
          <a:r>
            <a:rPr lang="en-US"/>
            <a:t>Bytecode is sent to the </a:t>
          </a:r>
          <a:r>
            <a:rPr lang="en-US" b="1"/>
            <a:t>Python Virtual Machine (PVM)</a:t>
          </a:r>
          <a:endParaRPr lang="en-US"/>
        </a:p>
      </dgm:t>
    </dgm:pt>
    <dgm:pt modelId="{953FFE8E-02FB-4ABC-81A4-43D2247C6C1E}" type="parTrans" cxnId="{E096268B-B4AB-4D58-ABFD-9F3DC6585097}">
      <dgm:prSet/>
      <dgm:spPr/>
      <dgm:t>
        <a:bodyPr/>
        <a:lstStyle/>
        <a:p>
          <a:endParaRPr lang="en-US"/>
        </a:p>
      </dgm:t>
    </dgm:pt>
    <dgm:pt modelId="{9648A291-0A5A-43EA-AFB0-5DFA087E3D45}" type="sibTrans" cxnId="{E096268B-B4AB-4D58-ABFD-9F3DC6585097}">
      <dgm:prSet/>
      <dgm:spPr/>
      <dgm:t>
        <a:bodyPr/>
        <a:lstStyle/>
        <a:p>
          <a:endParaRPr lang="en-US"/>
        </a:p>
      </dgm:t>
    </dgm:pt>
    <dgm:pt modelId="{415C5B2A-7853-4CA9-9DF8-F253E12D7F50}">
      <dgm:prSet/>
      <dgm:spPr/>
      <dgm:t>
        <a:bodyPr/>
        <a:lstStyle/>
        <a:p>
          <a:r>
            <a:rPr lang="en-US" b="1"/>
            <a:t>PVM</a:t>
          </a:r>
          <a:r>
            <a:rPr lang="en-US"/>
            <a:t> executes the bytecode → produces your output</a:t>
          </a:r>
        </a:p>
      </dgm:t>
    </dgm:pt>
    <dgm:pt modelId="{4738C589-2D23-4864-AA55-B27F8B4C619F}" type="parTrans" cxnId="{F80F81AA-144F-4A27-AD35-4BE71DA346B5}">
      <dgm:prSet/>
      <dgm:spPr/>
      <dgm:t>
        <a:bodyPr/>
        <a:lstStyle/>
        <a:p>
          <a:endParaRPr lang="en-US"/>
        </a:p>
      </dgm:t>
    </dgm:pt>
    <dgm:pt modelId="{701EC316-4328-4C12-A44F-AE35CBA458C1}" type="sibTrans" cxnId="{F80F81AA-144F-4A27-AD35-4BE71DA346B5}">
      <dgm:prSet/>
      <dgm:spPr/>
      <dgm:t>
        <a:bodyPr/>
        <a:lstStyle/>
        <a:p>
          <a:endParaRPr lang="en-US"/>
        </a:p>
      </dgm:t>
    </dgm:pt>
    <dgm:pt modelId="{197BD037-8EE0-9E4E-B8CD-E410AAA04F09}" type="pres">
      <dgm:prSet presAssocID="{35D6904D-08E0-4BA9-BFFE-CA5057E1CB2C}" presName="vert0" presStyleCnt="0">
        <dgm:presLayoutVars>
          <dgm:dir/>
          <dgm:animOne val="branch"/>
          <dgm:animLvl val="lvl"/>
        </dgm:presLayoutVars>
      </dgm:prSet>
      <dgm:spPr/>
    </dgm:pt>
    <dgm:pt modelId="{941D5495-5665-7E44-8257-418995BF0E04}" type="pres">
      <dgm:prSet presAssocID="{4669DDF6-9E7B-4181-911D-55EE13C53C14}" presName="thickLine" presStyleLbl="alignNode1" presStyleIdx="0" presStyleCnt="4"/>
      <dgm:spPr/>
    </dgm:pt>
    <dgm:pt modelId="{8D48E934-556C-7C4E-ACC2-D38E845F3529}" type="pres">
      <dgm:prSet presAssocID="{4669DDF6-9E7B-4181-911D-55EE13C53C14}" presName="horz1" presStyleCnt="0"/>
      <dgm:spPr/>
    </dgm:pt>
    <dgm:pt modelId="{588F6F63-DAA1-6348-B8D8-38101B98CD23}" type="pres">
      <dgm:prSet presAssocID="{4669DDF6-9E7B-4181-911D-55EE13C53C14}" presName="tx1" presStyleLbl="revTx" presStyleIdx="0" presStyleCnt="4"/>
      <dgm:spPr/>
    </dgm:pt>
    <dgm:pt modelId="{0F2617B5-8D1B-514A-A900-FABCB056CA01}" type="pres">
      <dgm:prSet presAssocID="{4669DDF6-9E7B-4181-911D-55EE13C53C14}" presName="vert1" presStyleCnt="0"/>
      <dgm:spPr/>
    </dgm:pt>
    <dgm:pt modelId="{9B8BAD1A-269F-8F40-8AC0-7E61455CCAE2}" type="pres">
      <dgm:prSet presAssocID="{E3C213E5-54FC-4729-BB14-F27FDF5FB063}" presName="thickLine" presStyleLbl="alignNode1" presStyleIdx="1" presStyleCnt="4"/>
      <dgm:spPr/>
    </dgm:pt>
    <dgm:pt modelId="{96D55914-0560-9B40-8202-CBA72E056C2B}" type="pres">
      <dgm:prSet presAssocID="{E3C213E5-54FC-4729-BB14-F27FDF5FB063}" presName="horz1" presStyleCnt="0"/>
      <dgm:spPr/>
    </dgm:pt>
    <dgm:pt modelId="{CCFEC42D-0BB6-3147-A1EA-F2CCC620571B}" type="pres">
      <dgm:prSet presAssocID="{E3C213E5-54FC-4729-BB14-F27FDF5FB063}" presName="tx1" presStyleLbl="revTx" presStyleIdx="1" presStyleCnt="4"/>
      <dgm:spPr/>
    </dgm:pt>
    <dgm:pt modelId="{E302CA41-ED05-114F-9E8D-DBBFDCBED33F}" type="pres">
      <dgm:prSet presAssocID="{E3C213E5-54FC-4729-BB14-F27FDF5FB063}" presName="vert1" presStyleCnt="0"/>
      <dgm:spPr/>
    </dgm:pt>
    <dgm:pt modelId="{C5E4D6BA-9CE3-6347-B44E-096FF3E2AA44}" type="pres">
      <dgm:prSet presAssocID="{881A2106-6208-49DF-A842-60C8ACA9CB5B}" presName="thickLine" presStyleLbl="alignNode1" presStyleIdx="2" presStyleCnt="4"/>
      <dgm:spPr/>
    </dgm:pt>
    <dgm:pt modelId="{C75F59AB-8C80-794C-8AB1-234D0E6187EE}" type="pres">
      <dgm:prSet presAssocID="{881A2106-6208-49DF-A842-60C8ACA9CB5B}" presName="horz1" presStyleCnt="0"/>
      <dgm:spPr/>
    </dgm:pt>
    <dgm:pt modelId="{7D94880F-437C-1342-91B5-6D7D7FFA2B19}" type="pres">
      <dgm:prSet presAssocID="{881A2106-6208-49DF-A842-60C8ACA9CB5B}" presName="tx1" presStyleLbl="revTx" presStyleIdx="2" presStyleCnt="4"/>
      <dgm:spPr/>
    </dgm:pt>
    <dgm:pt modelId="{1DFD58CB-BA58-8E47-A26A-63E01129912F}" type="pres">
      <dgm:prSet presAssocID="{881A2106-6208-49DF-A842-60C8ACA9CB5B}" presName="vert1" presStyleCnt="0"/>
      <dgm:spPr/>
    </dgm:pt>
    <dgm:pt modelId="{11D54EED-6E9B-4A47-8B76-C6451490902D}" type="pres">
      <dgm:prSet presAssocID="{415C5B2A-7853-4CA9-9DF8-F253E12D7F50}" presName="thickLine" presStyleLbl="alignNode1" presStyleIdx="3" presStyleCnt="4"/>
      <dgm:spPr/>
    </dgm:pt>
    <dgm:pt modelId="{3EBFE873-8873-EC4E-BDBF-F98B937E8F0D}" type="pres">
      <dgm:prSet presAssocID="{415C5B2A-7853-4CA9-9DF8-F253E12D7F50}" presName="horz1" presStyleCnt="0"/>
      <dgm:spPr/>
    </dgm:pt>
    <dgm:pt modelId="{CAD16376-ACD1-A14C-90BF-4E7B5DE6E46C}" type="pres">
      <dgm:prSet presAssocID="{415C5B2A-7853-4CA9-9DF8-F253E12D7F50}" presName="tx1" presStyleLbl="revTx" presStyleIdx="3" presStyleCnt="4"/>
      <dgm:spPr/>
    </dgm:pt>
    <dgm:pt modelId="{873AEE62-295F-C442-98AA-D35B663C2C64}" type="pres">
      <dgm:prSet presAssocID="{415C5B2A-7853-4CA9-9DF8-F253E12D7F50}" presName="vert1" presStyleCnt="0"/>
      <dgm:spPr/>
    </dgm:pt>
  </dgm:ptLst>
  <dgm:cxnLst>
    <dgm:cxn modelId="{2CC14A0F-ACC7-40DC-A146-5A774E418C2E}" srcId="{35D6904D-08E0-4BA9-BFFE-CA5057E1CB2C}" destId="{4669DDF6-9E7B-4181-911D-55EE13C53C14}" srcOrd="0" destOrd="0" parTransId="{4B910046-D693-4D2F-A9BA-A95E8EF9E1A0}" sibTransId="{DDBC73D6-48DB-4854-B668-ABBBD39A6BCF}"/>
    <dgm:cxn modelId="{22AC4754-EE4F-7F48-B8E3-1789B9FFD21A}" type="presOf" srcId="{E3C213E5-54FC-4729-BB14-F27FDF5FB063}" destId="{CCFEC42D-0BB6-3147-A1EA-F2CCC620571B}" srcOrd="0" destOrd="0" presId="urn:microsoft.com/office/officeart/2008/layout/LinedList"/>
    <dgm:cxn modelId="{B6EE9E65-DCFC-134A-854A-4C324DF55388}" type="presOf" srcId="{4669DDF6-9E7B-4181-911D-55EE13C53C14}" destId="{588F6F63-DAA1-6348-B8D8-38101B98CD23}" srcOrd="0" destOrd="0" presId="urn:microsoft.com/office/officeart/2008/layout/LinedList"/>
    <dgm:cxn modelId="{27D14D87-DACA-8F41-BCF3-889221757570}" type="presOf" srcId="{35D6904D-08E0-4BA9-BFFE-CA5057E1CB2C}" destId="{197BD037-8EE0-9E4E-B8CD-E410AAA04F09}" srcOrd="0" destOrd="0" presId="urn:microsoft.com/office/officeart/2008/layout/LinedList"/>
    <dgm:cxn modelId="{E096268B-B4AB-4D58-ABFD-9F3DC6585097}" srcId="{35D6904D-08E0-4BA9-BFFE-CA5057E1CB2C}" destId="{881A2106-6208-49DF-A842-60C8ACA9CB5B}" srcOrd="2" destOrd="0" parTransId="{953FFE8E-02FB-4ABC-81A4-43D2247C6C1E}" sibTransId="{9648A291-0A5A-43EA-AFB0-5DFA087E3D45}"/>
    <dgm:cxn modelId="{F80F81AA-144F-4A27-AD35-4BE71DA346B5}" srcId="{35D6904D-08E0-4BA9-BFFE-CA5057E1CB2C}" destId="{415C5B2A-7853-4CA9-9DF8-F253E12D7F50}" srcOrd="3" destOrd="0" parTransId="{4738C589-2D23-4864-AA55-B27F8B4C619F}" sibTransId="{701EC316-4328-4C12-A44F-AE35CBA458C1}"/>
    <dgm:cxn modelId="{B70CC3B8-191F-7141-9364-955B35E920E8}" type="presOf" srcId="{415C5B2A-7853-4CA9-9DF8-F253E12D7F50}" destId="{CAD16376-ACD1-A14C-90BF-4E7B5DE6E46C}" srcOrd="0" destOrd="0" presId="urn:microsoft.com/office/officeart/2008/layout/LinedList"/>
    <dgm:cxn modelId="{25BB48D7-605A-8C46-A35A-78DDF998DEAF}" type="presOf" srcId="{881A2106-6208-49DF-A842-60C8ACA9CB5B}" destId="{7D94880F-437C-1342-91B5-6D7D7FFA2B19}" srcOrd="0" destOrd="0" presId="urn:microsoft.com/office/officeart/2008/layout/LinedList"/>
    <dgm:cxn modelId="{10B015ED-D3A6-4432-A731-4BF4A523E179}" srcId="{35D6904D-08E0-4BA9-BFFE-CA5057E1CB2C}" destId="{E3C213E5-54FC-4729-BB14-F27FDF5FB063}" srcOrd="1" destOrd="0" parTransId="{93001BD3-5362-4FA7-A7A9-FC4AE8994452}" sibTransId="{FA39F5BB-5A71-4DF1-B4A3-7F07AE4053CA}"/>
    <dgm:cxn modelId="{36ABDDC7-71E4-9A48-8083-777892267C73}" type="presParOf" srcId="{197BD037-8EE0-9E4E-B8CD-E410AAA04F09}" destId="{941D5495-5665-7E44-8257-418995BF0E04}" srcOrd="0" destOrd="0" presId="urn:microsoft.com/office/officeart/2008/layout/LinedList"/>
    <dgm:cxn modelId="{4DCE1687-0050-2F44-B160-99652A7599AB}" type="presParOf" srcId="{197BD037-8EE0-9E4E-B8CD-E410AAA04F09}" destId="{8D48E934-556C-7C4E-ACC2-D38E845F3529}" srcOrd="1" destOrd="0" presId="urn:microsoft.com/office/officeart/2008/layout/LinedList"/>
    <dgm:cxn modelId="{16C4FD53-F8F2-1143-A146-0250A0E50B4E}" type="presParOf" srcId="{8D48E934-556C-7C4E-ACC2-D38E845F3529}" destId="{588F6F63-DAA1-6348-B8D8-38101B98CD23}" srcOrd="0" destOrd="0" presId="urn:microsoft.com/office/officeart/2008/layout/LinedList"/>
    <dgm:cxn modelId="{B7EFFBE1-1102-4546-A023-342279FAE0F7}" type="presParOf" srcId="{8D48E934-556C-7C4E-ACC2-D38E845F3529}" destId="{0F2617B5-8D1B-514A-A900-FABCB056CA01}" srcOrd="1" destOrd="0" presId="urn:microsoft.com/office/officeart/2008/layout/LinedList"/>
    <dgm:cxn modelId="{00D3FA2A-84D9-FB4F-9D83-1DA2A06B2C3F}" type="presParOf" srcId="{197BD037-8EE0-9E4E-B8CD-E410AAA04F09}" destId="{9B8BAD1A-269F-8F40-8AC0-7E61455CCAE2}" srcOrd="2" destOrd="0" presId="urn:microsoft.com/office/officeart/2008/layout/LinedList"/>
    <dgm:cxn modelId="{3EF7B28A-2333-3344-9036-B4F9802CA6A4}" type="presParOf" srcId="{197BD037-8EE0-9E4E-B8CD-E410AAA04F09}" destId="{96D55914-0560-9B40-8202-CBA72E056C2B}" srcOrd="3" destOrd="0" presId="urn:microsoft.com/office/officeart/2008/layout/LinedList"/>
    <dgm:cxn modelId="{A6C63A3A-21F6-754D-9C66-1975A5F16AFC}" type="presParOf" srcId="{96D55914-0560-9B40-8202-CBA72E056C2B}" destId="{CCFEC42D-0BB6-3147-A1EA-F2CCC620571B}" srcOrd="0" destOrd="0" presId="urn:microsoft.com/office/officeart/2008/layout/LinedList"/>
    <dgm:cxn modelId="{EA31E1C1-1DCB-B84F-A8BC-06D664E3D707}" type="presParOf" srcId="{96D55914-0560-9B40-8202-CBA72E056C2B}" destId="{E302CA41-ED05-114F-9E8D-DBBFDCBED33F}" srcOrd="1" destOrd="0" presId="urn:microsoft.com/office/officeart/2008/layout/LinedList"/>
    <dgm:cxn modelId="{5B8F97D9-EEAD-0A4B-9CEB-D6D740D2D2DD}" type="presParOf" srcId="{197BD037-8EE0-9E4E-B8CD-E410AAA04F09}" destId="{C5E4D6BA-9CE3-6347-B44E-096FF3E2AA44}" srcOrd="4" destOrd="0" presId="urn:microsoft.com/office/officeart/2008/layout/LinedList"/>
    <dgm:cxn modelId="{6D251B1E-2243-1A46-AD4C-467CB6451241}" type="presParOf" srcId="{197BD037-8EE0-9E4E-B8CD-E410AAA04F09}" destId="{C75F59AB-8C80-794C-8AB1-234D0E6187EE}" srcOrd="5" destOrd="0" presId="urn:microsoft.com/office/officeart/2008/layout/LinedList"/>
    <dgm:cxn modelId="{047488E7-E4AE-8E46-8821-DD5DC03F9B42}" type="presParOf" srcId="{C75F59AB-8C80-794C-8AB1-234D0E6187EE}" destId="{7D94880F-437C-1342-91B5-6D7D7FFA2B19}" srcOrd="0" destOrd="0" presId="urn:microsoft.com/office/officeart/2008/layout/LinedList"/>
    <dgm:cxn modelId="{7B6174D2-2EBF-F64F-BEFE-7E10F6E73F2C}" type="presParOf" srcId="{C75F59AB-8C80-794C-8AB1-234D0E6187EE}" destId="{1DFD58CB-BA58-8E47-A26A-63E01129912F}" srcOrd="1" destOrd="0" presId="urn:microsoft.com/office/officeart/2008/layout/LinedList"/>
    <dgm:cxn modelId="{484D8106-7109-194C-A2AE-C6BC3A90E94C}" type="presParOf" srcId="{197BD037-8EE0-9E4E-B8CD-E410AAA04F09}" destId="{11D54EED-6E9B-4A47-8B76-C6451490902D}" srcOrd="6" destOrd="0" presId="urn:microsoft.com/office/officeart/2008/layout/LinedList"/>
    <dgm:cxn modelId="{6BE61F9A-ECC8-A847-9525-89A32500B83E}" type="presParOf" srcId="{197BD037-8EE0-9E4E-B8CD-E410AAA04F09}" destId="{3EBFE873-8873-EC4E-BDBF-F98B937E8F0D}" srcOrd="7" destOrd="0" presId="urn:microsoft.com/office/officeart/2008/layout/LinedList"/>
    <dgm:cxn modelId="{A9FDA6A4-50F9-834D-97ED-347B10068DEE}" type="presParOf" srcId="{3EBFE873-8873-EC4E-BDBF-F98B937E8F0D}" destId="{CAD16376-ACD1-A14C-90BF-4E7B5DE6E46C}" srcOrd="0" destOrd="0" presId="urn:microsoft.com/office/officeart/2008/layout/LinedList"/>
    <dgm:cxn modelId="{9F0BD4A5-B5AC-7E44-8C9B-7FE41C14E9B3}" type="presParOf" srcId="{3EBFE873-8873-EC4E-BDBF-F98B937E8F0D}" destId="{873AEE62-295F-C442-98AA-D35B663C2C6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5AC689E-C74D-4E60-8917-716E71B7848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EA69AFA-0651-4855-B833-83C7F560F0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Bytecode makes programs run faster than raw source code</a:t>
          </a:r>
        </a:p>
      </dgm:t>
    </dgm:pt>
    <dgm:pt modelId="{C20CB82D-5A0B-4577-96BC-12F9EA13F8A7}" type="parTrans" cxnId="{64BA08E9-D210-4D79-B061-E5C641E2D4C7}">
      <dgm:prSet/>
      <dgm:spPr/>
      <dgm:t>
        <a:bodyPr/>
        <a:lstStyle/>
        <a:p>
          <a:endParaRPr lang="en-US"/>
        </a:p>
      </dgm:t>
    </dgm:pt>
    <dgm:pt modelId="{FEE98F1A-DE24-43AD-971E-9B31FA506F3D}" type="sibTrans" cxnId="{64BA08E9-D210-4D79-B061-E5C641E2D4C7}">
      <dgm:prSet/>
      <dgm:spPr/>
      <dgm:t>
        <a:bodyPr/>
        <a:lstStyle/>
        <a:p>
          <a:endParaRPr lang="en-US"/>
        </a:p>
      </dgm:t>
    </dgm:pt>
    <dgm:pt modelId="{EAFC06F3-4AB9-40CC-A613-9DABBD6950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Python saves it automatically in the __pycache__ folder</a:t>
          </a:r>
        </a:p>
      </dgm:t>
    </dgm:pt>
    <dgm:pt modelId="{A6459A6D-3EB3-460F-99AF-90237CE15B82}" type="parTrans" cxnId="{879162A9-29AC-4547-9E20-071C046C10CA}">
      <dgm:prSet/>
      <dgm:spPr/>
      <dgm:t>
        <a:bodyPr/>
        <a:lstStyle/>
        <a:p>
          <a:endParaRPr lang="en-US"/>
        </a:p>
      </dgm:t>
    </dgm:pt>
    <dgm:pt modelId="{DA325305-2710-4933-A33C-D061E2AFC91C}" type="sibTrans" cxnId="{879162A9-29AC-4547-9E20-071C046C10CA}">
      <dgm:prSet/>
      <dgm:spPr/>
      <dgm:t>
        <a:bodyPr/>
        <a:lstStyle/>
        <a:p>
          <a:endParaRPr lang="en-US"/>
        </a:p>
      </dgm:t>
    </dgm:pt>
    <dgm:pt modelId="{82E344EC-A734-45BA-B213-2FB388E911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Next time you run the program, Python reuses the .pyc file (startup is faster)</a:t>
          </a:r>
        </a:p>
      </dgm:t>
    </dgm:pt>
    <dgm:pt modelId="{CF87D74A-03BE-432E-9524-DB580712A252}" type="parTrans" cxnId="{D502E6B7-5EBB-4847-B085-FC93D0F9911F}">
      <dgm:prSet/>
      <dgm:spPr/>
      <dgm:t>
        <a:bodyPr/>
        <a:lstStyle/>
        <a:p>
          <a:endParaRPr lang="en-US"/>
        </a:p>
      </dgm:t>
    </dgm:pt>
    <dgm:pt modelId="{9A22F7B3-0904-4723-9247-1098CEF97761}" type="sibTrans" cxnId="{D502E6B7-5EBB-4847-B085-FC93D0F9911F}">
      <dgm:prSet/>
      <dgm:spPr/>
      <dgm:t>
        <a:bodyPr/>
        <a:lstStyle/>
        <a:p>
          <a:endParaRPr lang="en-US"/>
        </a:p>
      </dgm:t>
    </dgm:pt>
    <dgm:pt modelId="{0FE4B3C0-0D48-4FD3-96F8-85EF76293CE7}" type="pres">
      <dgm:prSet presAssocID="{25AC689E-C74D-4E60-8917-716E71B78486}" presName="root" presStyleCnt="0">
        <dgm:presLayoutVars>
          <dgm:dir/>
          <dgm:resizeHandles val="exact"/>
        </dgm:presLayoutVars>
      </dgm:prSet>
      <dgm:spPr/>
    </dgm:pt>
    <dgm:pt modelId="{FE32F6DD-FA5A-4757-8D63-073DF6697243}" type="pres">
      <dgm:prSet presAssocID="{BEA69AFA-0651-4855-B833-83C7F560F0F4}" presName="compNode" presStyleCnt="0"/>
      <dgm:spPr/>
    </dgm:pt>
    <dgm:pt modelId="{82B65DA7-4520-4902-B7F2-2270C3A8BEA1}" type="pres">
      <dgm:prSet presAssocID="{BEA69AFA-0651-4855-B833-83C7F560F0F4}" presName="bgRect" presStyleLbl="bgShp" presStyleIdx="0" presStyleCnt="3"/>
      <dgm:spPr/>
    </dgm:pt>
    <dgm:pt modelId="{530BA7AB-F66F-4E80-AF64-89E519C01B1B}" type="pres">
      <dgm:prSet presAssocID="{BEA69AFA-0651-4855-B833-83C7F560F0F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ABC6418-0E12-4C69-A3BA-1F2ECFFCB452}" type="pres">
      <dgm:prSet presAssocID="{BEA69AFA-0651-4855-B833-83C7F560F0F4}" presName="spaceRect" presStyleCnt="0"/>
      <dgm:spPr/>
    </dgm:pt>
    <dgm:pt modelId="{0274F588-AE68-4D16-B11A-F28E9BCA64F3}" type="pres">
      <dgm:prSet presAssocID="{BEA69AFA-0651-4855-B833-83C7F560F0F4}" presName="parTx" presStyleLbl="revTx" presStyleIdx="0" presStyleCnt="3">
        <dgm:presLayoutVars>
          <dgm:chMax val="0"/>
          <dgm:chPref val="0"/>
        </dgm:presLayoutVars>
      </dgm:prSet>
      <dgm:spPr/>
    </dgm:pt>
    <dgm:pt modelId="{60DA46FA-A7A8-411C-8C72-E3E19FFEB590}" type="pres">
      <dgm:prSet presAssocID="{FEE98F1A-DE24-43AD-971E-9B31FA506F3D}" presName="sibTrans" presStyleCnt="0"/>
      <dgm:spPr/>
    </dgm:pt>
    <dgm:pt modelId="{2905603A-14D1-4C1F-A310-8AD221848F55}" type="pres">
      <dgm:prSet presAssocID="{EAFC06F3-4AB9-40CC-A613-9DABBD69506C}" presName="compNode" presStyleCnt="0"/>
      <dgm:spPr/>
    </dgm:pt>
    <dgm:pt modelId="{6054A096-A913-4955-B111-B5F7018DC516}" type="pres">
      <dgm:prSet presAssocID="{EAFC06F3-4AB9-40CC-A613-9DABBD69506C}" presName="bgRect" presStyleLbl="bgShp" presStyleIdx="1" presStyleCnt="3"/>
      <dgm:spPr/>
    </dgm:pt>
    <dgm:pt modelId="{40C2055B-DAE8-4D9D-85F4-768BCF7ABD82}" type="pres">
      <dgm:prSet presAssocID="{EAFC06F3-4AB9-40CC-A613-9DABBD69506C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7FEE37B4-44C4-4EFD-8741-EB8BFF7EFB07}" type="pres">
      <dgm:prSet presAssocID="{EAFC06F3-4AB9-40CC-A613-9DABBD69506C}" presName="spaceRect" presStyleCnt="0"/>
      <dgm:spPr/>
    </dgm:pt>
    <dgm:pt modelId="{0F96ED84-0403-4EA8-8E6E-8CB7FEFEE89C}" type="pres">
      <dgm:prSet presAssocID="{EAFC06F3-4AB9-40CC-A613-9DABBD69506C}" presName="parTx" presStyleLbl="revTx" presStyleIdx="1" presStyleCnt="3">
        <dgm:presLayoutVars>
          <dgm:chMax val="0"/>
          <dgm:chPref val="0"/>
        </dgm:presLayoutVars>
      </dgm:prSet>
      <dgm:spPr/>
    </dgm:pt>
    <dgm:pt modelId="{A099007A-2FEB-413B-8444-533722B4EF01}" type="pres">
      <dgm:prSet presAssocID="{DA325305-2710-4933-A33C-D061E2AFC91C}" presName="sibTrans" presStyleCnt="0"/>
      <dgm:spPr/>
    </dgm:pt>
    <dgm:pt modelId="{F191F8DB-15C2-498B-A430-F2998362555D}" type="pres">
      <dgm:prSet presAssocID="{82E344EC-A734-45BA-B213-2FB388E911C9}" presName="compNode" presStyleCnt="0"/>
      <dgm:spPr/>
    </dgm:pt>
    <dgm:pt modelId="{0F0A8BAB-E054-457C-99C8-8FEA8A81743F}" type="pres">
      <dgm:prSet presAssocID="{82E344EC-A734-45BA-B213-2FB388E911C9}" presName="bgRect" presStyleLbl="bgShp" presStyleIdx="2" presStyleCnt="3"/>
      <dgm:spPr/>
    </dgm:pt>
    <dgm:pt modelId="{95011671-B986-45AA-9A42-0256A4E11030}" type="pres">
      <dgm:prSet presAssocID="{82E344EC-A734-45BA-B213-2FB388E911C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0DD24F3A-9DD4-4748-AFB9-AD7D8DC34696}" type="pres">
      <dgm:prSet presAssocID="{82E344EC-A734-45BA-B213-2FB388E911C9}" presName="spaceRect" presStyleCnt="0"/>
      <dgm:spPr/>
    </dgm:pt>
    <dgm:pt modelId="{F8A90F8D-4C93-4D3F-89A7-23C7557BA204}" type="pres">
      <dgm:prSet presAssocID="{82E344EC-A734-45BA-B213-2FB388E911C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B448905-A7CD-4E3F-96C9-EA11499406F4}" type="presOf" srcId="{25AC689E-C74D-4E60-8917-716E71B78486}" destId="{0FE4B3C0-0D48-4FD3-96F8-85EF76293CE7}" srcOrd="0" destOrd="0" presId="urn:microsoft.com/office/officeart/2018/2/layout/IconVerticalSolidList"/>
    <dgm:cxn modelId="{58E9A173-49A4-4619-A5C6-1E898C85B3FB}" type="presOf" srcId="{EAFC06F3-4AB9-40CC-A613-9DABBD69506C}" destId="{0F96ED84-0403-4EA8-8E6E-8CB7FEFEE89C}" srcOrd="0" destOrd="0" presId="urn:microsoft.com/office/officeart/2018/2/layout/IconVerticalSolidList"/>
    <dgm:cxn modelId="{A4B86376-3D30-4AF9-8A9B-C80CD687FB27}" type="presOf" srcId="{BEA69AFA-0651-4855-B833-83C7F560F0F4}" destId="{0274F588-AE68-4D16-B11A-F28E9BCA64F3}" srcOrd="0" destOrd="0" presId="urn:microsoft.com/office/officeart/2018/2/layout/IconVerticalSolidList"/>
    <dgm:cxn modelId="{143E787C-F967-4ABE-9265-C92D308CE5E1}" type="presOf" srcId="{82E344EC-A734-45BA-B213-2FB388E911C9}" destId="{F8A90F8D-4C93-4D3F-89A7-23C7557BA204}" srcOrd="0" destOrd="0" presId="urn:microsoft.com/office/officeart/2018/2/layout/IconVerticalSolidList"/>
    <dgm:cxn modelId="{879162A9-29AC-4547-9E20-071C046C10CA}" srcId="{25AC689E-C74D-4E60-8917-716E71B78486}" destId="{EAFC06F3-4AB9-40CC-A613-9DABBD69506C}" srcOrd="1" destOrd="0" parTransId="{A6459A6D-3EB3-460F-99AF-90237CE15B82}" sibTransId="{DA325305-2710-4933-A33C-D061E2AFC91C}"/>
    <dgm:cxn modelId="{D502E6B7-5EBB-4847-B085-FC93D0F9911F}" srcId="{25AC689E-C74D-4E60-8917-716E71B78486}" destId="{82E344EC-A734-45BA-B213-2FB388E911C9}" srcOrd="2" destOrd="0" parTransId="{CF87D74A-03BE-432E-9524-DB580712A252}" sibTransId="{9A22F7B3-0904-4723-9247-1098CEF97761}"/>
    <dgm:cxn modelId="{64BA08E9-D210-4D79-B061-E5C641E2D4C7}" srcId="{25AC689E-C74D-4E60-8917-716E71B78486}" destId="{BEA69AFA-0651-4855-B833-83C7F560F0F4}" srcOrd="0" destOrd="0" parTransId="{C20CB82D-5A0B-4577-96BC-12F9EA13F8A7}" sibTransId="{FEE98F1A-DE24-43AD-971E-9B31FA506F3D}"/>
    <dgm:cxn modelId="{9E14A1A1-3DEF-49E0-8D7A-AAEFBC3F084D}" type="presParOf" srcId="{0FE4B3C0-0D48-4FD3-96F8-85EF76293CE7}" destId="{FE32F6DD-FA5A-4757-8D63-073DF6697243}" srcOrd="0" destOrd="0" presId="urn:microsoft.com/office/officeart/2018/2/layout/IconVerticalSolidList"/>
    <dgm:cxn modelId="{B26AE7A2-E3A0-4CA5-8935-41FDD90C85A3}" type="presParOf" srcId="{FE32F6DD-FA5A-4757-8D63-073DF6697243}" destId="{82B65DA7-4520-4902-B7F2-2270C3A8BEA1}" srcOrd="0" destOrd="0" presId="urn:microsoft.com/office/officeart/2018/2/layout/IconVerticalSolidList"/>
    <dgm:cxn modelId="{3667E596-B966-4D2C-BA99-23654F33562C}" type="presParOf" srcId="{FE32F6DD-FA5A-4757-8D63-073DF6697243}" destId="{530BA7AB-F66F-4E80-AF64-89E519C01B1B}" srcOrd="1" destOrd="0" presId="urn:microsoft.com/office/officeart/2018/2/layout/IconVerticalSolidList"/>
    <dgm:cxn modelId="{BB143AB4-954A-43DE-B820-6ADF4513B9EF}" type="presParOf" srcId="{FE32F6DD-FA5A-4757-8D63-073DF6697243}" destId="{6ABC6418-0E12-4C69-A3BA-1F2ECFFCB452}" srcOrd="2" destOrd="0" presId="urn:microsoft.com/office/officeart/2018/2/layout/IconVerticalSolidList"/>
    <dgm:cxn modelId="{787EED15-6E5A-48DF-AA57-F002DA945FFF}" type="presParOf" srcId="{FE32F6DD-FA5A-4757-8D63-073DF6697243}" destId="{0274F588-AE68-4D16-B11A-F28E9BCA64F3}" srcOrd="3" destOrd="0" presId="urn:microsoft.com/office/officeart/2018/2/layout/IconVerticalSolidList"/>
    <dgm:cxn modelId="{3A7E2CB1-7A32-44D4-8783-92BAE4309C23}" type="presParOf" srcId="{0FE4B3C0-0D48-4FD3-96F8-85EF76293CE7}" destId="{60DA46FA-A7A8-411C-8C72-E3E19FFEB590}" srcOrd="1" destOrd="0" presId="urn:microsoft.com/office/officeart/2018/2/layout/IconVerticalSolidList"/>
    <dgm:cxn modelId="{C469A20B-B552-4DD1-9F80-9A84F555EC59}" type="presParOf" srcId="{0FE4B3C0-0D48-4FD3-96F8-85EF76293CE7}" destId="{2905603A-14D1-4C1F-A310-8AD221848F55}" srcOrd="2" destOrd="0" presId="urn:microsoft.com/office/officeart/2018/2/layout/IconVerticalSolidList"/>
    <dgm:cxn modelId="{4A315FD4-9560-40E9-80F7-D6774DD5C98A}" type="presParOf" srcId="{2905603A-14D1-4C1F-A310-8AD221848F55}" destId="{6054A096-A913-4955-B111-B5F7018DC516}" srcOrd="0" destOrd="0" presId="urn:microsoft.com/office/officeart/2018/2/layout/IconVerticalSolidList"/>
    <dgm:cxn modelId="{932D18FC-3054-41A6-B2B7-5DC2E9C536DB}" type="presParOf" srcId="{2905603A-14D1-4C1F-A310-8AD221848F55}" destId="{40C2055B-DAE8-4D9D-85F4-768BCF7ABD82}" srcOrd="1" destOrd="0" presId="urn:microsoft.com/office/officeart/2018/2/layout/IconVerticalSolidList"/>
    <dgm:cxn modelId="{D465106D-1888-436E-9F3D-EA1F7172DFC2}" type="presParOf" srcId="{2905603A-14D1-4C1F-A310-8AD221848F55}" destId="{7FEE37B4-44C4-4EFD-8741-EB8BFF7EFB07}" srcOrd="2" destOrd="0" presId="urn:microsoft.com/office/officeart/2018/2/layout/IconVerticalSolidList"/>
    <dgm:cxn modelId="{EAC36A50-6F53-4334-8A10-8B664D032B05}" type="presParOf" srcId="{2905603A-14D1-4C1F-A310-8AD221848F55}" destId="{0F96ED84-0403-4EA8-8E6E-8CB7FEFEE89C}" srcOrd="3" destOrd="0" presId="urn:microsoft.com/office/officeart/2018/2/layout/IconVerticalSolidList"/>
    <dgm:cxn modelId="{0DFB1497-52DC-4B64-8A0A-83AC6619F537}" type="presParOf" srcId="{0FE4B3C0-0D48-4FD3-96F8-85EF76293CE7}" destId="{A099007A-2FEB-413B-8444-533722B4EF01}" srcOrd="3" destOrd="0" presId="urn:microsoft.com/office/officeart/2018/2/layout/IconVerticalSolidList"/>
    <dgm:cxn modelId="{8F8CF307-194A-4CA5-AB41-63D955F764C9}" type="presParOf" srcId="{0FE4B3C0-0D48-4FD3-96F8-85EF76293CE7}" destId="{F191F8DB-15C2-498B-A430-F2998362555D}" srcOrd="4" destOrd="0" presId="urn:microsoft.com/office/officeart/2018/2/layout/IconVerticalSolidList"/>
    <dgm:cxn modelId="{0E906C5F-579B-49AC-A7EF-65F672BC3651}" type="presParOf" srcId="{F191F8DB-15C2-498B-A430-F2998362555D}" destId="{0F0A8BAB-E054-457C-99C8-8FEA8A81743F}" srcOrd="0" destOrd="0" presId="urn:microsoft.com/office/officeart/2018/2/layout/IconVerticalSolidList"/>
    <dgm:cxn modelId="{0D4D8F9E-ADD7-40BC-A9E6-83DDED091DEF}" type="presParOf" srcId="{F191F8DB-15C2-498B-A430-F2998362555D}" destId="{95011671-B986-45AA-9A42-0256A4E11030}" srcOrd="1" destOrd="0" presId="urn:microsoft.com/office/officeart/2018/2/layout/IconVerticalSolidList"/>
    <dgm:cxn modelId="{FA34667C-42BD-4ED5-B41F-4536EF7C8E83}" type="presParOf" srcId="{F191F8DB-15C2-498B-A430-F2998362555D}" destId="{0DD24F3A-9DD4-4748-AFB9-AD7D8DC34696}" srcOrd="2" destOrd="0" presId="urn:microsoft.com/office/officeart/2018/2/layout/IconVerticalSolidList"/>
    <dgm:cxn modelId="{7922E9B0-97A3-4988-8E1E-0680DB2C80F1}" type="presParOf" srcId="{F191F8DB-15C2-498B-A430-F2998362555D}" destId="{F8A90F8D-4C93-4D3F-89A7-23C7557BA20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1FE4F58-1331-41C9-8E04-33560B07BC3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1D0490-FB4B-47BD-8518-721791D500B0}">
      <dgm:prSet/>
      <dgm:spPr/>
      <dgm:t>
        <a:bodyPr/>
        <a:lstStyle/>
        <a:p>
          <a:r>
            <a:rPr lang="en-US" dirty="0"/>
            <a:t>Advantage → </a:t>
          </a:r>
          <a:r>
            <a:rPr lang="en-US" b="1" dirty="0"/>
            <a:t>Extremely fast development (no compile/link step)</a:t>
          </a:r>
        </a:p>
      </dgm:t>
    </dgm:pt>
    <dgm:pt modelId="{C444C474-1B5B-47B6-8AD9-40756CE465CE}" type="parTrans" cxnId="{06E81F64-EDE9-414C-AACE-BC1B057DA8D9}">
      <dgm:prSet/>
      <dgm:spPr/>
      <dgm:t>
        <a:bodyPr/>
        <a:lstStyle/>
        <a:p>
          <a:endParaRPr lang="en-US"/>
        </a:p>
      </dgm:t>
    </dgm:pt>
    <dgm:pt modelId="{29620BB4-E63A-4433-A426-A83D2CE51325}" type="sibTrans" cxnId="{06E81F64-EDE9-414C-AACE-BC1B057DA8D9}">
      <dgm:prSet/>
      <dgm:spPr/>
      <dgm:t>
        <a:bodyPr/>
        <a:lstStyle/>
        <a:p>
          <a:endParaRPr lang="en-US"/>
        </a:p>
      </dgm:t>
    </dgm:pt>
    <dgm:pt modelId="{45AF56D6-0172-496B-A763-F64F24A53B44}">
      <dgm:prSet/>
      <dgm:spPr/>
      <dgm:t>
        <a:bodyPr/>
        <a:lstStyle/>
        <a:p>
          <a:r>
            <a:rPr lang="en-US" dirty="0"/>
            <a:t>Disadvantage → </a:t>
          </a:r>
          <a:r>
            <a:rPr lang="en-US" b="1" dirty="0"/>
            <a:t>Slightly slower than C/C++</a:t>
          </a:r>
        </a:p>
      </dgm:t>
    </dgm:pt>
    <dgm:pt modelId="{2AF9D458-1F10-4ED7-97E2-AF960C9F20C8}" type="parTrans" cxnId="{95DBBF9C-EE73-429D-8D06-E2B1BF901968}">
      <dgm:prSet/>
      <dgm:spPr/>
      <dgm:t>
        <a:bodyPr/>
        <a:lstStyle/>
        <a:p>
          <a:endParaRPr lang="en-US"/>
        </a:p>
      </dgm:t>
    </dgm:pt>
    <dgm:pt modelId="{FAB68CF8-2A0F-4BDA-BE5A-D1D63D567C63}" type="sibTrans" cxnId="{95DBBF9C-EE73-429D-8D06-E2B1BF901968}">
      <dgm:prSet/>
      <dgm:spPr/>
      <dgm:t>
        <a:bodyPr/>
        <a:lstStyle/>
        <a:p>
          <a:endParaRPr lang="en-US"/>
        </a:p>
      </dgm:t>
    </dgm:pt>
    <dgm:pt modelId="{F7EA437E-B782-40ED-B17B-2307942B9AF3}">
      <dgm:prSet/>
      <dgm:spPr/>
      <dgm:t>
        <a:bodyPr/>
        <a:lstStyle/>
        <a:p>
          <a:r>
            <a:rPr lang="en-US" dirty="0"/>
            <a:t>Python’s decision → </a:t>
          </a:r>
          <a:r>
            <a:rPr lang="en-US" b="1" dirty="0"/>
            <a:t>Prioritizes Development speed + Flexibility</a:t>
          </a:r>
        </a:p>
      </dgm:t>
    </dgm:pt>
    <dgm:pt modelId="{8101D282-004F-4633-A878-5BEA683BFC4B}" type="parTrans" cxnId="{8EE4ACDB-61A1-4721-9B91-6ED5ED842997}">
      <dgm:prSet/>
      <dgm:spPr/>
      <dgm:t>
        <a:bodyPr/>
        <a:lstStyle/>
        <a:p>
          <a:endParaRPr lang="en-US"/>
        </a:p>
      </dgm:t>
    </dgm:pt>
    <dgm:pt modelId="{AEACC747-6E3C-4828-A2B1-DE118BD71CCC}" type="sibTrans" cxnId="{8EE4ACDB-61A1-4721-9B91-6ED5ED842997}">
      <dgm:prSet/>
      <dgm:spPr/>
      <dgm:t>
        <a:bodyPr/>
        <a:lstStyle/>
        <a:p>
          <a:endParaRPr lang="en-US"/>
        </a:p>
      </dgm:t>
    </dgm:pt>
    <dgm:pt modelId="{7D4CC3E4-9AE5-5446-99B8-198FD2B46EF9}" type="pres">
      <dgm:prSet presAssocID="{B1FE4F58-1331-41C9-8E04-33560B07BC3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50444B4-20D7-5B47-BFD3-2E5CF1C442F4}" type="pres">
      <dgm:prSet presAssocID="{E01D0490-FB4B-47BD-8518-721791D500B0}" presName="hierRoot1" presStyleCnt="0"/>
      <dgm:spPr/>
    </dgm:pt>
    <dgm:pt modelId="{3236B464-A35A-B94E-B6E3-828D3BC1E8A0}" type="pres">
      <dgm:prSet presAssocID="{E01D0490-FB4B-47BD-8518-721791D500B0}" presName="composite" presStyleCnt="0"/>
      <dgm:spPr/>
    </dgm:pt>
    <dgm:pt modelId="{4B5166DF-B67D-6F4C-AA3B-15CB4F68C916}" type="pres">
      <dgm:prSet presAssocID="{E01D0490-FB4B-47BD-8518-721791D500B0}" presName="background" presStyleLbl="node0" presStyleIdx="0" presStyleCnt="3"/>
      <dgm:spPr/>
    </dgm:pt>
    <dgm:pt modelId="{3E0715AF-D556-FB48-8D47-42FCC29151CF}" type="pres">
      <dgm:prSet presAssocID="{E01D0490-FB4B-47BD-8518-721791D500B0}" presName="text" presStyleLbl="fgAcc0" presStyleIdx="0" presStyleCnt="3">
        <dgm:presLayoutVars>
          <dgm:chPref val="3"/>
        </dgm:presLayoutVars>
      </dgm:prSet>
      <dgm:spPr/>
    </dgm:pt>
    <dgm:pt modelId="{D3A06DB9-99EE-AC48-B408-A0666DF70EC6}" type="pres">
      <dgm:prSet presAssocID="{E01D0490-FB4B-47BD-8518-721791D500B0}" presName="hierChild2" presStyleCnt="0"/>
      <dgm:spPr/>
    </dgm:pt>
    <dgm:pt modelId="{C89D4EB6-6C01-0244-AE2B-DDC1CE0BA0EA}" type="pres">
      <dgm:prSet presAssocID="{45AF56D6-0172-496B-A763-F64F24A53B44}" presName="hierRoot1" presStyleCnt="0"/>
      <dgm:spPr/>
    </dgm:pt>
    <dgm:pt modelId="{4BE3C55C-E8F4-5D4B-84CB-A5CF00A67A56}" type="pres">
      <dgm:prSet presAssocID="{45AF56D6-0172-496B-A763-F64F24A53B44}" presName="composite" presStyleCnt="0"/>
      <dgm:spPr/>
    </dgm:pt>
    <dgm:pt modelId="{D613C636-FA50-394E-90B5-CFAB0D0786EE}" type="pres">
      <dgm:prSet presAssocID="{45AF56D6-0172-496B-A763-F64F24A53B44}" presName="background" presStyleLbl="node0" presStyleIdx="1" presStyleCnt="3"/>
      <dgm:spPr/>
    </dgm:pt>
    <dgm:pt modelId="{BA13948F-69F6-324A-A84F-636C126F6A43}" type="pres">
      <dgm:prSet presAssocID="{45AF56D6-0172-496B-A763-F64F24A53B44}" presName="text" presStyleLbl="fgAcc0" presStyleIdx="1" presStyleCnt="3">
        <dgm:presLayoutVars>
          <dgm:chPref val="3"/>
        </dgm:presLayoutVars>
      </dgm:prSet>
      <dgm:spPr/>
    </dgm:pt>
    <dgm:pt modelId="{41BA3CF3-CB7B-6445-9563-DED20C31AF5C}" type="pres">
      <dgm:prSet presAssocID="{45AF56D6-0172-496B-A763-F64F24A53B44}" presName="hierChild2" presStyleCnt="0"/>
      <dgm:spPr/>
    </dgm:pt>
    <dgm:pt modelId="{B31A7BEF-4393-F643-9FD1-CBB275C741A9}" type="pres">
      <dgm:prSet presAssocID="{F7EA437E-B782-40ED-B17B-2307942B9AF3}" presName="hierRoot1" presStyleCnt="0"/>
      <dgm:spPr/>
    </dgm:pt>
    <dgm:pt modelId="{DF331E46-E624-9643-82A8-09A8214E8EAF}" type="pres">
      <dgm:prSet presAssocID="{F7EA437E-B782-40ED-B17B-2307942B9AF3}" presName="composite" presStyleCnt="0"/>
      <dgm:spPr/>
    </dgm:pt>
    <dgm:pt modelId="{AC4DEB90-6073-A34B-B8B0-7923E7C96DDF}" type="pres">
      <dgm:prSet presAssocID="{F7EA437E-B782-40ED-B17B-2307942B9AF3}" presName="background" presStyleLbl="node0" presStyleIdx="2" presStyleCnt="3"/>
      <dgm:spPr/>
    </dgm:pt>
    <dgm:pt modelId="{ADE62CFB-EBBD-8244-A35F-FC01FA0D11F0}" type="pres">
      <dgm:prSet presAssocID="{F7EA437E-B782-40ED-B17B-2307942B9AF3}" presName="text" presStyleLbl="fgAcc0" presStyleIdx="2" presStyleCnt="3">
        <dgm:presLayoutVars>
          <dgm:chPref val="3"/>
        </dgm:presLayoutVars>
      </dgm:prSet>
      <dgm:spPr/>
    </dgm:pt>
    <dgm:pt modelId="{E925C534-C9EA-FB40-9E93-9A4ABC27ABF9}" type="pres">
      <dgm:prSet presAssocID="{F7EA437E-B782-40ED-B17B-2307942B9AF3}" presName="hierChild2" presStyleCnt="0"/>
      <dgm:spPr/>
    </dgm:pt>
  </dgm:ptLst>
  <dgm:cxnLst>
    <dgm:cxn modelId="{1F39CD14-7B18-B247-8A4B-C02F07BCAFC1}" type="presOf" srcId="{F7EA437E-B782-40ED-B17B-2307942B9AF3}" destId="{ADE62CFB-EBBD-8244-A35F-FC01FA0D11F0}" srcOrd="0" destOrd="0" presId="urn:microsoft.com/office/officeart/2005/8/layout/hierarchy1"/>
    <dgm:cxn modelId="{ECCF661F-EDF3-EA44-B169-1267D82DF458}" type="presOf" srcId="{B1FE4F58-1331-41C9-8E04-33560B07BC34}" destId="{7D4CC3E4-9AE5-5446-99B8-198FD2B46EF9}" srcOrd="0" destOrd="0" presId="urn:microsoft.com/office/officeart/2005/8/layout/hierarchy1"/>
    <dgm:cxn modelId="{06E81F64-EDE9-414C-AACE-BC1B057DA8D9}" srcId="{B1FE4F58-1331-41C9-8E04-33560B07BC34}" destId="{E01D0490-FB4B-47BD-8518-721791D500B0}" srcOrd="0" destOrd="0" parTransId="{C444C474-1B5B-47B6-8AD9-40756CE465CE}" sibTransId="{29620BB4-E63A-4433-A426-A83D2CE51325}"/>
    <dgm:cxn modelId="{8AFA6081-3C09-B349-953B-D325D9891D07}" type="presOf" srcId="{45AF56D6-0172-496B-A763-F64F24A53B44}" destId="{BA13948F-69F6-324A-A84F-636C126F6A43}" srcOrd="0" destOrd="0" presId="urn:microsoft.com/office/officeart/2005/8/layout/hierarchy1"/>
    <dgm:cxn modelId="{FDE77590-1CD5-614A-B9F2-2875100F3038}" type="presOf" srcId="{E01D0490-FB4B-47BD-8518-721791D500B0}" destId="{3E0715AF-D556-FB48-8D47-42FCC29151CF}" srcOrd="0" destOrd="0" presId="urn:microsoft.com/office/officeart/2005/8/layout/hierarchy1"/>
    <dgm:cxn modelId="{95DBBF9C-EE73-429D-8D06-E2B1BF901968}" srcId="{B1FE4F58-1331-41C9-8E04-33560B07BC34}" destId="{45AF56D6-0172-496B-A763-F64F24A53B44}" srcOrd="1" destOrd="0" parTransId="{2AF9D458-1F10-4ED7-97E2-AF960C9F20C8}" sibTransId="{FAB68CF8-2A0F-4BDA-BE5A-D1D63D567C63}"/>
    <dgm:cxn modelId="{8EE4ACDB-61A1-4721-9B91-6ED5ED842997}" srcId="{B1FE4F58-1331-41C9-8E04-33560B07BC34}" destId="{F7EA437E-B782-40ED-B17B-2307942B9AF3}" srcOrd="2" destOrd="0" parTransId="{8101D282-004F-4633-A878-5BEA683BFC4B}" sibTransId="{AEACC747-6E3C-4828-A2B1-DE118BD71CCC}"/>
    <dgm:cxn modelId="{DFB3ADDB-0845-CF4B-9E77-BA3D31A5A5A9}" type="presParOf" srcId="{7D4CC3E4-9AE5-5446-99B8-198FD2B46EF9}" destId="{150444B4-20D7-5B47-BFD3-2E5CF1C442F4}" srcOrd="0" destOrd="0" presId="urn:microsoft.com/office/officeart/2005/8/layout/hierarchy1"/>
    <dgm:cxn modelId="{AA21EA24-95B8-A44A-85CC-C3C695A15315}" type="presParOf" srcId="{150444B4-20D7-5B47-BFD3-2E5CF1C442F4}" destId="{3236B464-A35A-B94E-B6E3-828D3BC1E8A0}" srcOrd="0" destOrd="0" presId="urn:microsoft.com/office/officeart/2005/8/layout/hierarchy1"/>
    <dgm:cxn modelId="{09BF366E-C133-F941-BF17-EBDDBA17BE1A}" type="presParOf" srcId="{3236B464-A35A-B94E-B6E3-828D3BC1E8A0}" destId="{4B5166DF-B67D-6F4C-AA3B-15CB4F68C916}" srcOrd="0" destOrd="0" presId="urn:microsoft.com/office/officeart/2005/8/layout/hierarchy1"/>
    <dgm:cxn modelId="{08457DBF-CCAA-1147-995A-758F38246EB3}" type="presParOf" srcId="{3236B464-A35A-B94E-B6E3-828D3BC1E8A0}" destId="{3E0715AF-D556-FB48-8D47-42FCC29151CF}" srcOrd="1" destOrd="0" presId="urn:microsoft.com/office/officeart/2005/8/layout/hierarchy1"/>
    <dgm:cxn modelId="{704F377F-47A1-E34C-8E1E-8EFE6077DB5D}" type="presParOf" srcId="{150444B4-20D7-5B47-BFD3-2E5CF1C442F4}" destId="{D3A06DB9-99EE-AC48-B408-A0666DF70EC6}" srcOrd="1" destOrd="0" presId="urn:microsoft.com/office/officeart/2005/8/layout/hierarchy1"/>
    <dgm:cxn modelId="{469CF022-98DD-DF4F-8CBF-1797CAE115A9}" type="presParOf" srcId="{7D4CC3E4-9AE5-5446-99B8-198FD2B46EF9}" destId="{C89D4EB6-6C01-0244-AE2B-DDC1CE0BA0EA}" srcOrd="1" destOrd="0" presId="urn:microsoft.com/office/officeart/2005/8/layout/hierarchy1"/>
    <dgm:cxn modelId="{A6DB27FB-D8E3-184F-9867-6653981830D5}" type="presParOf" srcId="{C89D4EB6-6C01-0244-AE2B-DDC1CE0BA0EA}" destId="{4BE3C55C-E8F4-5D4B-84CB-A5CF00A67A56}" srcOrd="0" destOrd="0" presId="urn:microsoft.com/office/officeart/2005/8/layout/hierarchy1"/>
    <dgm:cxn modelId="{F5173407-9A31-E74E-8541-5B9A15BFA8A6}" type="presParOf" srcId="{4BE3C55C-E8F4-5D4B-84CB-A5CF00A67A56}" destId="{D613C636-FA50-394E-90B5-CFAB0D0786EE}" srcOrd="0" destOrd="0" presId="urn:microsoft.com/office/officeart/2005/8/layout/hierarchy1"/>
    <dgm:cxn modelId="{FC5C2960-89D4-AE4B-A32B-425646530272}" type="presParOf" srcId="{4BE3C55C-E8F4-5D4B-84CB-A5CF00A67A56}" destId="{BA13948F-69F6-324A-A84F-636C126F6A43}" srcOrd="1" destOrd="0" presId="urn:microsoft.com/office/officeart/2005/8/layout/hierarchy1"/>
    <dgm:cxn modelId="{EA2EA909-6E36-6B4C-895C-90B7354AC24D}" type="presParOf" srcId="{C89D4EB6-6C01-0244-AE2B-DDC1CE0BA0EA}" destId="{41BA3CF3-CB7B-6445-9563-DED20C31AF5C}" srcOrd="1" destOrd="0" presId="urn:microsoft.com/office/officeart/2005/8/layout/hierarchy1"/>
    <dgm:cxn modelId="{0B028CD3-A510-224E-BAEB-2F2D24DA1EB0}" type="presParOf" srcId="{7D4CC3E4-9AE5-5446-99B8-198FD2B46EF9}" destId="{B31A7BEF-4393-F643-9FD1-CBB275C741A9}" srcOrd="2" destOrd="0" presId="urn:microsoft.com/office/officeart/2005/8/layout/hierarchy1"/>
    <dgm:cxn modelId="{7765BD4B-8973-CE4D-AA7E-1C32FAB41D3C}" type="presParOf" srcId="{B31A7BEF-4393-F643-9FD1-CBB275C741A9}" destId="{DF331E46-E624-9643-82A8-09A8214E8EAF}" srcOrd="0" destOrd="0" presId="urn:microsoft.com/office/officeart/2005/8/layout/hierarchy1"/>
    <dgm:cxn modelId="{075B1F8B-47D1-AA40-BB8A-7667122F4D5A}" type="presParOf" srcId="{DF331E46-E624-9643-82A8-09A8214E8EAF}" destId="{AC4DEB90-6073-A34B-B8B0-7923E7C96DDF}" srcOrd="0" destOrd="0" presId="urn:microsoft.com/office/officeart/2005/8/layout/hierarchy1"/>
    <dgm:cxn modelId="{1391E62E-F0C9-3149-9BA0-0E02D5DA49BA}" type="presParOf" srcId="{DF331E46-E624-9643-82A8-09A8214E8EAF}" destId="{ADE62CFB-EBBD-8244-A35F-FC01FA0D11F0}" srcOrd="1" destOrd="0" presId="urn:microsoft.com/office/officeart/2005/8/layout/hierarchy1"/>
    <dgm:cxn modelId="{3182D839-FC53-4D44-9DAF-C19396E8D70E}" type="presParOf" srcId="{B31A7BEF-4393-F643-9FD1-CBB275C741A9}" destId="{E925C534-C9EA-FB40-9E93-9A4ABC27ABF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EA60999-70B7-4E3C-B750-F03A34DA8AA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8BBA598-4F0C-4873-8715-CB1600D99C7D}">
      <dgm:prSet/>
      <dgm:spPr/>
      <dgm:t>
        <a:bodyPr/>
        <a:lstStyle/>
        <a:p>
          <a:r>
            <a:rPr lang="en-US" b="1"/>
            <a:t>Key Takeaways</a:t>
          </a:r>
          <a:endParaRPr lang="en-US"/>
        </a:p>
      </dgm:t>
    </dgm:pt>
    <dgm:pt modelId="{7F66F9A0-496D-424F-8443-8DDBCDDE3B3D}" type="parTrans" cxnId="{72E8EBAF-CCA3-40FE-A130-B549AE689C1C}">
      <dgm:prSet/>
      <dgm:spPr/>
      <dgm:t>
        <a:bodyPr/>
        <a:lstStyle/>
        <a:p>
          <a:endParaRPr lang="en-US"/>
        </a:p>
      </dgm:t>
    </dgm:pt>
    <dgm:pt modelId="{6CB6BA2E-783D-4027-8CAB-E23DEA80FB32}" type="sibTrans" cxnId="{72E8EBAF-CCA3-40FE-A130-B549AE689C1C}">
      <dgm:prSet/>
      <dgm:spPr/>
      <dgm:t>
        <a:bodyPr/>
        <a:lstStyle/>
        <a:p>
          <a:endParaRPr lang="en-US"/>
        </a:p>
      </dgm:t>
    </dgm:pt>
    <dgm:pt modelId="{CE9C1AF0-D667-4C3D-BBE9-3245BB4ECD35}">
      <dgm:prSet/>
      <dgm:spPr/>
      <dgm:t>
        <a:bodyPr/>
        <a:lstStyle/>
        <a:p>
          <a:r>
            <a:rPr lang="en-US" b="1" dirty="0"/>
            <a:t>Python</a:t>
          </a:r>
          <a:r>
            <a:rPr lang="en-US" dirty="0"/>
            <a:t> =</a:t>
          </a:r>
          <a:r>
            <a:rPr lang="en-US" dirty="0">
              <a:highlight>
                <a:srgbClr val="00FF00"/>
              </a:highlight>
            </a:rPr>
            <a:t> Interpreter </a:t>
          </a:r>
          <a:r>
            <a:rPr lang="en-US" dirty="0"/>
            <a:t>+ </a:t>
          </a:r>
          <a:r>
            <a:rPr lang="en-US" dirty="0">
              <a:highlight>
                <a:srgbClr val="FF0000"/>
              </a:highlight>
            </a:rPr>
            <a:t>automatic bytecode </a:t>
          </a:r>
          <a:r>
            <a:rPr lang="en-US" dirty="0"/>
            <a:t>+ </a:t>
          </a:r>
          <a:r>
            <a:rPr lang="en-US" dirty="0">
              <a:highlight>
                <a:srgbClr val="FFFF00"/>
              </a:highlight>
            </a:rPr>
            <a:t>PVM</a:t>
          </a:r>
        </a:p>
      </dgm:t>
    </dgm:pt>
    <dgm:pt modelId="{BC638E94-AEE6-4699-A019-1E87B10FA7A8}" type="parTrans" cxnId="{B4A4B1B1-A0D5-404C-A1CC-94060CC738BC}">
      <dgm:prSet/>
      <dgm:spPr/>
      <dgm:t>
        <a:bodyPr/>
        <a:lstStyle/>
        <a:p>
          <a:endParaRPr lang="en-US"/>
        </a:p>
      </dgm:t>
    </dgm:pt>
    <dgm:pt modelId="{843B2F23-3E0C-49B5-98EF-008BD93F899D}" type="sibTrans" cxnId="{B4A4B1B1-A0D5-404C-A1CC-94060CC738BC}">
      <dgm:prSet/>
      <dgm:spPr/>
      <dgm:t>
        <a:bodyPr/>
        <a:lstStyle/>
        <a:p>
          <a:endParaRPr lang="en-US"/>
        </a:p>
      </dgm:t>
    </dgm:pt>
    <dgm:pt modelId="{5B744DC2-54A7-4B6D-B2EA-9C10BAAF6BFB}">
      <dgm:prSet/>
      <dgm:spPr/>
      <dgm:t>
        <a:bodyPr/>
        <a:lstStyle/>
        <a:p>
          <a:r>
            <a:rPr lang="en-US" dirty="0"/>
            <a:t>Everything happens automatically behind the scenes</a:t>
          </a:r>
        </a:p>
      </dgm:t>
    </dgm:pt>
    <dgm:pt modelId="{EB1A286F-CB59-4FB7-841F-EBB719BA5C08}" type="parTrans" cxnId="{C792A6E9-1277-486A-B10C-E5CCE77E90E0}">
      <dgm:prSet/>
      <dgm:spPr/>
      <dgm:t>
        <a:bodyPr/>
        <a:lstStyle/>
        <a:p>
          <a:endParaRPr lang="en-US"/>
        </a:p>
      </dgm:t>
    </dgm:pt>
    <dgm:pt modelId="{CBCAE2BC-007C-4611-A21D-0D07C8F0CD73}" type="sibTrans" cxnId="{C792A6E9-1277-486A-B10C-E5CCE77E90E0}">
      <dgm:prSet/>
      <dgm:spPr/>
      <dgm:t>
        <a:bodyPr/>
        <a:lstStyle/>
        <a:p>
          <a:endParaRPr lang="en-US"/>
        </a:p>
      </dgm:t>
    </dgm:pt>
    <dgm:pt modelId="{58301DD8-6757-4369-921E-95479DFB7523}">
      <dgm:prSet/>
      <dgm:spPr/>
      <dgm:t>
        <a:bodyPr/>
        <a:lstStyle/>
        <a:p>
          <a:r>
            <a:rPr lang="en-US" b="1"/>
            <a:t>CPython</a:t>
          </a:r>
          <a:r>
            <a:rPr lang="en-US"/>
            <a:t> is the standard implementation</a:t>
          </a:r>
        </a:p>
      </dgm:t>
    </dgm:pt>
    <dgm:pt modelId="{49BFD9CA-72BC-4061-96D8-9548C7BBCA5D}" type="parTrans" cxnId="{636C7AC0-7B36-4F8B-86C8-811DFFD951A5}">
      <dgm:prSet/>
      <dgm:spPr/>
      <dgm:t>
        <a:bodyPr/>
        <a:lstStyle/>
        <a:p>
          <a:endParaRPr lang="en-US"/>
        </a:p>
      </dgm:t>
    </dgm:pt>
    <dgm:pt modelId="{EE476EBB-7442-44B1-9724-D5792347EE1B}" type="sibTrans" cxnId="{636C7AC0-7B36-4F8B-86C8-811DFFD951A5}">
      <dgm:prSet/>
      <dgm:spPr/>
      <dgm:t>
        <a:bodyPr/>
        <a:lstStyle/>
        <a:p>
          <a:endParaRPr lang="en-US"/>
        </a:p>
      </dgm:t>
    </dgm:pt>
    <dgm:pt modelId="{B9B85D45-AB89-4F55-8287-FBF417C27C25}">
      <dgm:prSet/>
      <dgm:spPr/>
      <dgm:t>
        <a:bodyPr/>
        <a:lstStyle/>
        <a:p>
          <a:r>
            <a:rPr lang="en-US" b="1" dirty="0"/>
            <a:t>Bytecode</a:t>
          </a:r>
          <a:r>
            <a:rPr lang="en-US" dirty="0"/>
            <a:t> gives </a:t>
          </a:r>
          <a:r>
            <a:rPr lang="en-US" dirty="0">
              <a:highlight>
                <a:srgbClr val="00FF00"/>
              </a:highlight>
            </a:rPr>
            <a:t>fast development + good performance</a:t>
          </a:r>
        </a:p>
      </dgm:t>
    </dgm:pt>
    <dgm:pt modelId="{C0FDE57D-B524-4CE4-BFFB-2D654CF2747F}" type="parTrans" cxnId="{F6C1B1EB-E855-44F6-B33F-E6C285498873}">
      <dgm:prSet/>
      <dgm:spPr/>
      <dgm:t>
        <a:bodyPr/>
        <a:lstStyle/>
        <a:p>
          <a:endParaRPr lang="en-US"/>
        </a:p>
      </dgm:t>
    </dgm:pt>
    <dgm:pt modelId="{CBC2703E-335D-4D28-AADA-F8B7E3B07F74}" type="sibTrans" cxnId="{F6C1B1EB-E855-44F6-B33F-E6C285498873}">
      <dgm:prSet/>
      <dgm:spPr/>
      <dgm:t>
        <a:bodyPr/>
        <a:lstStyle/>
        <a:p>
          <a:endParaRPr lang="en-US"/>
        </a:p>
      </dgm:t>
    </dgm:pt>
    <dgm:pt modelId="{5D02C805-8ABE-4D56-BD42-F313B574EDD3}">
      <dgm:prSet/>
      <dgm:spPr/>
      <dgm:t>
        <a:bodyPr/>
        <a:lstStyle/>
        <a:p>
          <a:r>
            <a:rPr lang="en-US"/>
            <a:t>Other versions exist for speed or special integration</a:t>
          </a:r>
        </a:p>
      </dgm:t>
    </dgm:pt>
    <dgm:pt modelId="{D04F5148-2FE6-4AE0-8078-33C732391DB9}" type="parTrans" cxnId="{D7ED38A1-3849-4B07-986C-3DEE6FAAA401}">
      <dgm:prSet/>
      <dgm:spPr/>
      <dgm:t>
        <a:bodyPr/>
        <a:lstStyle/>
        <a:p>
          <a:endParaRPr lang="en-US"/>
        </a:p>
      </dgm:t>
    </dgm:pt>
    <dgm:pt modelId="{CDF70CA9-6F57-4FB5-808E-B9237AA88CEB}" type="sibTrans" cxnId="{D7ED38A1-3849-4B07-986C-3DEE6FAAA401}">
      <dgm:prSet/>
      <dgm:spPr/>
      <dgm:t>
        <a:bodyPr/>
        <a:lstStyle/>
        <a:p>
          <a:endParaRPr lang="en-US"/>
        </a:p>
      </dgm:t>
    </dgm:pt>
    <dgm:pt modelId="{EDA242D6-BC69-4F45-8E70-F8C9AD435678}" type="pres">
      <dgm:prSet presAssocID="{8EA60999-70B7-4E3C-B750-F03A34DA8AAE}" presName="vert0" presStyleCnt="0">
        <dgm:presLayoutVars>
          <dgm:dir/>
          <dgm:animOne val="branch"/>
          <dgm:animLvl val="lvl"/>
        </dgm:presLayoutVars>
      </dgm:prSet>
      <dgm:spPr/>
    </dgm:pt>
    <dgm:pt modelId="{6D20A2C6-C78C-5B4D-B1D2-525D02DA644F}" type="pres">
      <dgm:prSet presAssocID="{E8BBA598-4F0C-4873-8715-CB1600D99C7D}" presName="thickLine" presStyleLbl="alignNode1" presStyleIdx="0" presStyleCnt="6"/>
      <dgm:spPr/>
    </dgm:pt>
    <dgm:pt modelId="{6B650FD2-03BD-904E-89DE-2DB45B157F3E}" type="pres">
      <dgm:prSet presAssocID="{E8BBA598-4F0C-4873-8715-CB1600D99C7D}" presName="horz1" presStyleCnt="0"/>
      <dgm:spPr/>
    </dgm:pt>
    <dgm:pt modelId="{578FD5B8-1230-9547-B6C7-07F448D088A2}" type="pres">
      <dgm:prSet presAssocID="{E8BBA598-4F0C-4873-8715-CB1600D99C7D}" presName="tx1" presStyleLbl="revTx" presStyleIdx="0" presStyleCnt="6"/>
      <dgm:spPr/>
    </dgm:pt>
    <dgm:pt modelId="{482C919E-5659-194C-BC22-758B5D60B69D}" type="pres">
      <dgm:prSet presAssocID="{E8BBA598-4F0C-4873-8715-CB1600D99C7D}" presName="vert1" presStyleCnt="0"/>
      <dgm:spPr/>
    </dgm:pt>
    <dgm:pt modelId="{F54FBE1C-FD83-3A4A-8470-F8CF6E855FAD}" type="pres">
      <dgm:prSet presAssocID="{CE9C1AF0-D667-4C3D-BBE9-3245BB4ECD35}" presName="thickLine" presStyleLbl="alignNode1" presStyleIdx="1" presStyleCnt="6"/>
      <dgm:spPr/>
    </dgm:pt>
    <dgm:pt modelId="{97CB6DD3-52ED-5F4B-92B0-D55D0FAA5BB7}" type="pres">
      <dgm:prSet presAssocID="{CE9C1AF0-D667-4C3D-BBE9-3245BB4ECD35}" presName="horz1" presStyleCnt="0"/>
      <dgm:spPr/>
    </dgm:pt>
    <dgm:pt modelId="{5A4D3A66-CC0F-2C46-9FD6-D34F0F435998}" type="pres">
      <dgm:prSet presAssocID="{CE9C1AF0-D667-4C3D-BBE9-3245BB4ECD35}" presName="tx1" presStyleLbl="revTx" presStyleIdx="1" presStyleCnt="6"/>
      <dgm:spPr/>
    </dgm:pt>
    <dgm:pt modelId="{51BDAB58-83D7-0248-8CD0-DC66EA4F9DB2}" type="pres">
      <dgm:prSet presAssocID="{CE9C1AF0-D667-4C3D-BBE9-3245BB4ECD35}" presName="vert1" presStyleCnt="0"/>
      <dgm:spPr/>
    </dgm:pt>
    <dgm:pt modelId="{964E3B0A-0814-454F-B4C6-CF004DE5C736}" type="pres">
      <dgm:prSet presAssocID="{5B744DC2-54A7-4B6D-B2EA-9C10BAAF6BFB}" presName="thickLine" presStyleLbl="alignNode1" presStyleIdx="2" presStyleCnt="6"/>
      <dgm:spPr/>
    </dgm:pt>
    <dgm:pt modelId="{E120938F-099D-C548-ACF3-2FAD7F3BCC21}" type="pres">
      <dgm:prSet presAssocID="{5B744DC2-54A7-4B6D-B2EA-9C10BAAF6BFB}" presName="horz1" presStyleCnt="0"/>
      <dgm:spPr/>
    </dgm:pt>
    <dgm:pt modelId="{94623156-9A66-7B41-9AC4-2798BBC2DF00}" type="pres">
      <dgm:prSet presAssocID="{5B744DC2-54A7-4B6D-B2EA-9C10BAAF6BFB}" presName="tx1" presStyleLbl="revTx" presStyleIdx="2" presStyleCnt="6"/>
      <dgm:spPr/>
    </dgm:pt>
    <dgm:pt modelId="{CB42A7B9-46B8-1C48-853E-FDC2C5681F05}" type="pres">
      <dgm:prSet presAssocID="{5B744DC2-54A7-4B6D-B2EA-9C10BAAF6BFB}" presName="vert1" presStyleCnt="0"/>
      <dgm:spPr/>
    </dgm:pt>
    <dgm:pt modelId="{BCCCDB02-74BF-9A4F-A532-A2F532F3B7F6}" type="pres">
      <dgm:prSet presAssocID="{58301DD8-6757-4369-921E-95479DFB7523}" presName="thickLine" presStyleLbl="alignNode1" presStyleIdx="3" presStyleCnt="6"/>
      <dgm:spPr/>
    </dgm:pt>
    <dgm:pt modelId="{70CEFC74-76FF-C246-AB80-142A3BF1E0F2}" type="pres">
      <dgm:prSet presAssocID="{58301DD8-6757-4369-921E-95479DFB7523}" presName="horz1" presStyleCnt="0"/>
      <dgm:spPr/>
    </dgm:pt>
    <dgm:pt modelId="{FEBDD05B-5903-2F4B-8D7A-E63E385A386E}" type="pres">
      <dgm:prSet presAssocID="{58301DD8-6757-4369-921E-95479DFB7523}" presName="tx1" presStyleLbl="revTx" presStyleIdx="3" presStyleCnt="6"/>
      <dgm:spPr/>
    </dgm:pt>
    <dgm:pt modelId="{C70FEF5B-73EC-9C41-B591-C4AB703852B8}" type="pres">
      <dgm:prSet presAssocID="{58301DD8-6757-4369-921E-95479DFB7523}" presName="vert1" presStyleCnt="0"/>
      <dgm:spPr/>
    </dgm:pt>
    <dgm:pt modelId="{67668873-6F8B-9245-ADD0-2A87C9F6357B}" type="pres">
      <dgm:prSet presAssocID="{B9B85D45-AB89-4F55-8287-FBF417C27C25}" presName="thickLine" presStyleLbl="alignNode1" presStyleIdx="4" presStyleCnt="6"/>
      <dgm:spPr/>
    </dgm:pt>
    <dgm:pt modelId="{1D47C59D-9462-2B4F-8007-F3D5F3724E46}" type="pres">
      <dgm:prSet presAssocID="{B9B85D45-AB89-4F55-8287-FBF417C27C25}" presName="horz1" presStyleCnt="0"/>
      <dgm:spPr/>
    </dgm:pt>
    <dgm:pt modelId="{69052D63-E03B-FD47-A404-8506A729F90E}" type="pres">
      <dgm:prSet presAssocID="{B9B85D45-AB89-4F55-8287-FBF417C27C25}" presName="tx1" presStyleLbl="revTx" presStyleIdx="4" presStyleCnt="6"/>
      <dgm:spPr/>
    </dgm:pt>
    <dgm:pt modelId="{25874B88-3EE0-984E-9985-091C4E23D52E}" type="pres">
      <dgm:prSet presAssocID="{B9B85D45-AB89-4F55-8287-FBF417C27C25}" presName="vert1" presStyleCnt="0"/>
      <dgm:spPr/>
    </dgm:pt>
    <dgm:pt modelId="{C2A9B499-02FD-B84F-AFAF-E12541B87211}" type="pres">
      <dgm:prSet presAssocID="{5D02C805-8ABE-4D56-BD42-F313B574EDD3}" presName="thickLine" presStyleLbl="alignNode1" presStyleIdx="5" presStyleCnt="6"/>
      <dgm:spPr/>
    </dgm:pt>
    <dgm:pt modelId="{6BB1289F-DF40-094C-9075-C20ED5F13BB1}" type="pres">
      <dgm:prSet presAssocID="{5D02C805-8ABE-4D56-BD42-F313B574EDD3}" presName="horz1" presStyleCnt="0"/>
      <dgm:spPr/>
    </dgm:pt>
    <dgm:pt modelId="{8D31AF98-0701-8344-91BE-10E870EC5939}" type="pres">
      <dgm:prSet presAssocID="{5D02C805-8ABE-4D56-BD42-F313B574EDD3}" presName="tx1" presStyleLbl="revTx" presStyleIdx="5" presStyleCnt="6"/>
      <dgm:spPr/>
    </dgm:pt>
    <dgm:pt modelId="{3A019D17-2900-CE43-B401-824850F559F7}" type="pres">
      <dgm:prSet presAssocID="{5D02C805-8ABE-4D56-BD42-F313B574EDD3}" presName="vert1" presStyleCnt="0"/>
      <dgm:spPr/>
    </dgm:pt>
  </dgm:ptLst>
  <dgm:cxnLst>
    <dgm:cxn modelId="{BBA7AD21-9010-8543-83FD-C5B431AC329A}" type="presOf" srcId="{B9B85D45-AB89-4F55-8287-FBF417C27C25}" destId="{69052D63-E03B-FD47-A404-8506A729F90E}" srcOrd="0" destOrd="0" presId="urn:microsoft.com/office/officeart/2008/layout/LinedList"/>
    <dgm:cxn modelId="{AD8B863D-52A3-8B40-AB82-A1BB077CC286}" type="presOf" srcId="{CE9C1AF0-D667-4C3D-BBE9-3245BB4ECD35}" destId="{5A4D3A66-CC0F-2C46-9FD6-D34F0F435998}" srcOrd="0" destOrd="0" presId="urn:microsoft.com/office/officeart/2008/layout/LinedList"/>
    <dgm:cxn modelId="{7129D945-2278-3E45-9724-2C7CDBB03744}" type="presOf" srcId="{5B744DC2-54A7-4B6D-B2EA-9C10BAAF6BFB}" destId="{94623156-9A66-7B41-9AC4-2798BBC2DF00}" srcOrd="0" destOrd="0" presId="urn:microsoft.com/office/officeart/2008/layout/LinedList"/>
    <dgm:cxn modelId="{A45AF552-A662-814C-80B4-F957DA6994C2}" type="presOf" srcId="{58301DD8-6757-4369-921E-95479DFB7523}" destId="{FEBDD05B-5903-2F4B-8D7A-E63E385A386E}" srcOrd="0" destOrd="0" presId="urn:microsoft.com/office/officeart/2008/layout/LinedList"/>
    <dgm:cxn modelId="{05EBC867-63FD-2744-9DC6-A429F7D93022}" type="presOf" srcId="{E8BBA598-4F0C-4873-8715-CB1600D99C7D}" destId="{578FD5B8-1230-9547-B6C7-07F448D088A2}" srcOrd="0" destOrd="0" presId="urn:microsoft.com/office/officeart/2008/layout/LinedList"/>
    <dgm:cxn modelId="{E78E8D76-C038-A842-A992-64DA0BC956DD}" type="presOf" srcId="{8EA60999-70B7-4E3C-B750-F03A34DA8AAE}" destId="{EDA242D6-BC69-4F45-8E70-F8C9AD435678}" srcOrd="0" destOrd="0" presId="urn:microsoft.com/office/officeart/2008/layout/LinedList"/>
    <dgm:cxn modelId="{D7ED38A1-3849-4B07-986C-3DEE6FAAA401}" srcId="{8EA60999-70B7-4E3C-B750-F03A34DA8AAE}" destId="{5D02C805-8ABE-4D56-BD42-F313B574EDD3}" srcOrd="5" destOrd="0" parTransId="{D04F5148-2FE6-4AE0-8078-33C732391DB9}" sibTransId="{CDF70CA9-6F57-4FB5-808E-B9237AA88CEB}"/>
    <dgm:cxn modelId="{72E8EBAF-CCA3-40FE-A130-B549AE689C1C}" srcId="{8EA60999-70B7-4E3C-B750-F03A34DA8AAE}" destId="{E8BBA598-4F0C-4873-8715-CB1600D99C7D}" srcOrd="0" destOrd="0" parTransId="{7F66F9A0-496D-424F-8443-8DDBCDDE3B3D}" sibTransId="{6CB6BA2E-783D-4027-8CAB-E23DEA80FB32}"/>
    <dgm:cxn modelId="{B4A4B1B1-A0D5-404C-A1CC-94060CC738BC}" srcId="{8EA60999-70B7-4E3C-B750-F03A34DA8AAE}" destId="{CE9C1AF0-D667-4C3D-BBE9-3245BB4ECD35}" srcOrd="1" destOrd="0" parTransId="{BC638E94-AEE6-4699-A019-1E87B10FA7A8}" sibTransId="{843B2F23-3E0C-49B5-98EF-008BD93F899D}"/>
    <dgm:cxn modelId="{636C7AC0-7B36-4F8B-86C8-811DFFD951A5}" srcId="{8EA60999-70B7-4E3C-B750-F03A34DA8AAE}" destId="{58301DD8-6757-4369-921E-95479DFB7523}" srcOrd="3" destOrd="0" parTransId="{49BFD9CA-72BC-4061-96D8-9548C7BBCA5D}" sibTransId="{EE476EBB-7442-44B1-9724-D5792347EE1B}"/>
    <dgm:cxn modelId="{58DC9FC0-B1A2-7846-9DEA-6D5A59E6963A}" type="presOf" srcId="{5D02C805-8ABE-4D56-BD42-F313B574EDD3}" destId="{8D31AF98-0701-8344-91BE-10E870EC5939}" srcOrd="0" destOrd="0" presId="urn:microsoft.com/office/officeart/2008/layout/LinedList"/>
    <dgm:cxn modelId="{C792A6E9-1277-486A-B10C-E5CCE77E90E0}" srcId="{8EA60999-70B7-4E3C-B750-F03A34DA8AAE}" destId="{5B744DC2-54A7-4B6D-B2EA-9C10BAAF6BFB}" srcOrd="2" destOrd="0" parTransId="{EB1A286F-CB59-4FB7-841F-EBB719BA5C08}" sibTransId="{CBCAE2BC-007C-4611-A21D-0D07C8F0CD73}"/>
    <dgm:cxn modelId="{F6C1B1EB-E855-44F6-B33F-E6C285498873}" srcId="{8EA60999-70B7-4E3C-B750-F03A34DA8AAE}" destId="{B9B85D45-AB89-4F55-8287-FBF417C27C25}" srcOrd="4" destOrd="0" parTransId="{C0FDE57D-B524-4CE4-BFFB-2D654CF2747F}" sibTransId="{CBC2703E-335D-4D28-AADA-F8B7E3B07F74}"/>
    <dgm:cxn modelId="{A0294592-C51C-D24E-BCC1-05C9F2389D2E}" type="presParOf" srcId="{EDA242D6-BC69-4F45-8E70-F8C9AD435678}" destId="{6D20A2C6-C78C-5B4D-B1D2-525D02DA644F}" srcOrd="0" destOrd="0" presId="urn:microsoft.com/office/officeart/2008/layout/LinedList"/>
    <dgm:cxn modelId="{D51DD008-FE50-D245-9608-F68F5F4F1852}" type="presParOf" srcId="{EDA242D6-BC69-4F45-8E70-F8C9AD435678}" destId="{6B650FD2-03BD-904E-89DE-2DB45B157F3E}" srcOrd="1" destOrd="0" presId="urn:microsoft.com/office/officeart/2008/layout/LinedList"/>
    <dgm:cxn modelId="{74BBC9D9-2EA4-104D-8BE4-49F752B83BD1}" type="presParOf" srcId="{6B650FD2-03BD-904E-89DE-2DB45B157F3E}" destId="{578FD5B8-1230-9547-B6C7-07F448D088A2}" srcOrd="0" destOrd="0" presId="urn:microsoft.com/office/officeart/2008/layout/LinedList"/>
    <dgm:cxn modelId="{2A2473D1-54F2-904D-ADF8-BC813465881A}" type="presParOf" srcId="{6B650FD2-03BD-904E-89DE-2DB45B157F3E}" destId="{482C919E-5659-194C-BC22-758B5D60B69D}" srcOrd="1" destOrd="0" presId="urn:microsoft.com/office/officeart/2008/layout/LinedList"/>
    <dgm:cxn modelId="{F1615AFC-691A-7A4C-AB59-10959C519109}" type="presParOf" srcId="{EDA242D6-BC69-4F45-8E70-F8C9AD435678}" destId="{F54FBE1C-FD83-3A4A-8470-F8CF6E855FAD}" srcOrd="2" destOrd="0" presId="urn:microsoft.com/office/officeart/2008/layout/LinedList"/>
    <dgm:cxn modelId="{71EA0EA8-7883-484F-B2BF-645439304A67}" type="presParOf" srcId="{EDA242D6-BC69-4F45-8E70-F8C9AD435678}" destId="{97CB6DD3-52ED-5F4B-92B0-D55D0FAA5BB7}" srcOrd="3" destOrd="0" presId="urn:microsoft.com/office/officeart/2008/layout/LinedList"/>
    <dgm:cxn modelId="{EBBA3F4B-015A-F14C-A855-1703F1438803}" type="presParOf" srcId="{97CB6DD3-52ED-5F4B-92B0-D55D0FAA5BB7}" destId="{5A4D3A66-CC0F-2C46-9FD6-D34F0F435998}" srcOrd="0" destOrd="0" presId="urn:microsoft.com/office/officeart/2008/layout/LinedList"/>
    <dgm:cxn modelId="{30E6B3E3-E1F2-B747-A0B6-3DAB05069E6F}" type="presParOf" srcId="{97CB6DD3-52ED-5F4B-92B0-D55D0FAA5BB7}" destId="{51BDAB58-83D7-0248-8CD0-DC66EA4F9DB2}" srcOrd="1" destOrd="0" presId="urn:microsoft.com/office/officeart/2008/layout/LinedList"/>
    <dgm:cxn modelId="{7256C802-98C2-5549-A2EA-F4E74A193429}" type="presParOf" srcId="{EDA242D6-BC69-4F45-8E70-F8C9AD435678}" destId="{964E3B0A-0814-454F-B4C6-CF004DE5C736}" srcOrd="4" destOrd="0" presId="urn:microsoft.com/office/officeart/2008/layout/LinedList"/>
    <dgm:cxn modelId="{C618E128-3F31-1A41-872C-256EE1877574}" type="presParOf" srcId="{EDA242D6-BC69-4F45-8E70-F8C9AD435678}" destId="{E120938F-099D-C548-ACF3-2FAD7F3BCC21}" srcOrd="5" destOrd="0" presId="urn:microsoft.com/office/officeart/2008/layout/LinedList"/>
    <dgm:cxn modelId="{0CF2FA65-3F20-6D4D-B1AA-6A26CEA6791D}" type="presParOf" srcId="{E120938F-099D-C548-ACF3-2FAD7F3BCC21}" destId="{94623156-9A66-7B41-9AC4-2798BBC2DF00}" srcOrd="0" destOrd="0" presId="urn:microsoft.com/office/officeart/2008/layout/LinedList"/>
    <dgm:cxn modelId="{EFD2C3AC-BDDC-674F-96A3-AF9F92997E33}" type="presParOf" srcId="{E120938F-099D-C548-ACF3-2FAD7F3BCC21}" destId="{CB42A7B9-46B8-1C48-853E-FDC2C5681F05}" srcOrd="1" destOrd="0" presId="urn:microsoft.com/office/officeart/2008/layout/LinedList"/>
    <dgm:cxn modelId="{712EC6E9-1700-F34F-8DCD-0C0568ACC350}" type="presParOf" srcId="{EDA242D6-BC69-4F45-8E70-F8C9AD435678}" destId="{BCCCDB02-74BF-9A4F-A532-A2F532F3B7F6}" srcOrd="6" destOrd="0" presId="urn:microsoft.com/office/officeart/2008/layout/LinedList"/>
    <dgm:cxn modelId="{A5B8AA55-4820-664F-AC14-DAC93CD6FC6A}" type="presParOf" srcId="{EDA242D6-BC69-4F45-8E70-F8C9AD435678}" destId="{70CEFC74-76FF-C246-AB80-142A3BF1E0F2}" srcOrd="7" destOrd="0" presId="urn:microsoft.com/office/officeart/2008/layout/LinedList"/>
    <dgm:cxn modelId="{A24EAD10-CE78-7D4A-9400-BB4524483580}" type="presParOf" srcId="{70CEFC74-76FF-C246-AB80-142A3BF1E0F2}" destId="{FEBDD05B-5903-2F4B-8D7A-E63E385A386E}" srcOrd="0" destOrd="0" presId="urn:microsoft.com/office/officeart/2008/layout/LinedList"/>
    <dgm:cxn modelId="{9984BBAB-2592-DF4C-997E-29A24A9DBB4B}" type="presParOf" srcId="{70CEFC74-76FF-C246-AB80-142A3BF1E0F2}" destId="{C70FEF5B-73EC-9C41-B591-C4AB703852B8}" srcOrd="1" destOrd="0" presId="urn:microsoft.com/office/officeart/2008/layout/LinedList"/>
    <dgm:cxn modelId="{83E74CF1-54B3-2348-964C-A304F4EA0917}" type="presParOf" srcId="{EDA242D6-BC69-4F45-8E70-F8C9AD435678}" destId="{67668873-6F8B-9245-ADD0-2A87C9F6357B}" srcOrd="8" destOrd="0" presId="urn:microsoft.com/office/officeart/2008/layout/LinedList"/>
    <dgm:cxn modelId="{5A2AD2FD-4781-694B-AE15-A567F278D19B}" type="presParOf" srcId="{EDA242D6-BC69-4F45-8E70-F8C9AD435678}" destId="{1D47C59D-9462-2B4F-8007-F3D5F3724E46}" srcOrd="9" destOrd="0" presId="urn:microsoft.com/office/officeart/2008/layout/LinedList"/>
    <dgm:cxn modelId="{F07F532A-9F7A-2B4C-91BA-8D9C3B7D34CD}" type="presParOf" srcId="{1D47C59D-9462-2B4F-8007-F3D5F3724E46}" destId="{69052D63-E03B-FD47-A404-8506A729F90E}" srcOrd="0" destOrd="0" presId="urn:microsoft.com/office/officeart/2008/layout/LinedList"/>
    <dgm:cxn modelId="{00DB16F4-EECA-9B4A-9B84-04ADB8F15D9C}" type="presParOf" srcId="{1D47C59D-9462-2B4F-8007-F3D5F3724E46}" destId="{25874B88-3EE0-984E-9985-091C4E23D52E}" srcOrd="1" destOrd="0" presId="urn:microsoft.com/office/officeart/2008/layout/LinedList"/>
    <dgm:cxn modelId="{2294619A-E73D-0D4D-9A51-0D9EFBCE45BC}" type="presParOf" srcId="{EDA242D6-BC69-4F45-8E70-F8C9AD435678}" destId="{C2A9B499-02FD-B84F-AFAF-E12541B87211}" srcOrd="10" destOrd="0" presId="urn:microsoft.com/office/officeart/2008/layout/LinedList"/>
    <dgm:cxn modelId="{52BF20A3-00DB-6A44-8CA6-6F3A0F8D5D36}" type="presParOf" srcId="{EDA242D6-BC69-4F45-8E70-F8C9AD435678}" destId="{6BB1289F-DF40-094C-9075-C20ED5F13BB1}" srcOrd="11" destOrd="0" presId="urn:microsoft.com/office/officeart/2008/layout/LinedList"/>
    <dgm:cxn modelId="{AD907419-1CB5-D04B-8399-C5DEBFD0130A}" type="presParOf" srcId="{6BB1289F-DF40-094C-9075-C20ED5F13BB1}" destId="{8D31AF98-0701-8344-91BE-10E870EC5939}" srcOrd="0" destOrd="0" presId="urn:microsoft.com/office/officeart/2008/layout/LinedList"/>
    <dgm:cxn modelId="{6CE802E3-2039-9144-826D-0066539DB200}" type="presParOf" srcId="{6BB1289F-DF40-094C-9075-C20ED5F13BB1}" destId="{3A019D17-2900-CE43-B401-824850F559F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04A49F6-23EA-4A9C-9031-C5AF0F86685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3CE4F03-EB92-4086-A078-FA2745A789DE}">
      <dgm:prSet/>
      <dgm:spPr/>
      <dgm:t>
        <a:bodyPr/>
        <a:lstStyle/>
        <a:p>
          <a:r>
            <a:rPr lang="en-US"/>
            <a:t>What is the </a:t>
          </a:r>
          <a:r>
            <a:rPr lang="en-US" b="1"/>
            <a:t>Python Interpreter?</a:t>
          </a:r>
          <a:endParaRPr lang="en-US"/>
        </a:p>
      </dgm:t>
    </dgm:pt>
    <dgm:pt modelId="{720B3689-0005-4CA6-9EC9-86C17B70A0A8}" type="parTrans" cxnId="{DDFD2F02-4780-451A-AE74-9881F1EE637C}">
      <dgm:prSet/>
      <dgm:spPr/>
      <dgm:t>
        <a:bodyPr/>
        <a:lstStyle/>
        <a:p>
          <a:endParaRPr lang="en-US"/>
        </a:p>
      </dgm:t>
    </dgm:pt>
    <dgm:pt modelId="{36B5D0D1-42A7-4297-AB84-6E6533A06235}" type="sibTrans" cxnId="{DDFD2F02-4780-451A-AE74-9881F1EE637C}">
      <dgm:prSet/>
      <dgm:spPr/>
      <dgm:t>
        <a:bodyPr/>
        <a:lstStyle/>
        <a:p>
          <a:endParaRPr lang="en-US"/>
        </a:p>
      </dgm:t>
    </dgm:pt>
    <dgm:pt modelId="{A3B5F52B-7299-4D20-A091-7A5B6B91D7C2}">
      <dgm:prSet/>
      <dgm:spPr/>
      <dgm:t>
        <a:bodyPr/>
        <a:lstStyle/>
        <a:p>
          <a:r>
            <a:rPr lang="en-US" dirty="0"/>
            <a:t>What is B</a:t>
          </a:r>
          <a:r>
            <a:rPr lang="en-US" b="1" dirty="0"/>
            <a:t>ytecode</a:t>
          </a:r>
          <a:r>
            <a:rPr lang="en-US" dirty="0"/>
            <a:t> and why does </a:t>
          </a:r>
          <a:r>
            <a:rPr lang="en-US" b="1" dirty="0"/>
            <a:t>Python</a:t>
          </a:r>
          <a:r>
            <a:rPr lang="en-US" dirty="0"/>
            <a:t> use it?</a:t>
          </a:r>
        </a:p>
      </dgm:t>
    </dgm:pt>
    <dgm:pt modelId="{1AE42CA0-67FA-4884-8237-7DB33A8AC88D}" type="parTrans" cxnId="{E909AFE8-3EA3-4A40-B882-B6145828B8C5}">
      <dgm:prSet/>
      <dgm:spPr/>
      <dgm:t>
        <a:bodyPr/>
        <a:lstStyle/>
        <a:p>
          <a:endParaRPr lang="en-US"/>
        </a:p>
      </dgm:t>
    </dgm:pt>
    <dgm:pt modelId="{A777E15F-DF41-4E03-9DDA-802B95210F72}" type="sibTrans" cxnId="{E909AFE8-3EA3-4A40-B882-B6145828B8C5}">
      <dgm:prSet/>
      <dgm:spPr/>
      <dgm:t>
        <a:bodyPr/>
        <a:lstStyle/>
        <a:p>
          <a:endParaRPr lang="en-US"/>
        </a:p>
      </dgm:t>
    </dgm:pt>
    <dgm:pt modelId="{56BD412D-2302-4B43-BC70-B67F8061BEBE}">
      <dgm:prSet/>
      <dgm:spPr/>
      <dgm:t>
        <a:bodyPr/>
        <a:lstStyle/>
        <a:p>
          <a:r>
            <a:rPr lang="en-US"/>
            <a:t>What does </a:t>
          </a:r>
          <a:r>
            <a:rPr lang="en-US" b="1"/>
            <a:t>PVM</a:t>
          </a:r>
          <a:r>
            <a:rPr lang="en-US"/>
            <a:t> stand for and do?</a:t>
          </a:r>
        </a:p>
      </dgm:t>
    </dgm:pt>
    <dgm:pt modelId="{AD1623AA-28C1-453F-A010-4F2F625EB5B0}" type="parTrans" cxnId="{63019282-B5A7-495D-8290-9024A17A2993}">
      <dgm:prSet/>
      <dgm:spPr/>
      <dgm:t>
        <a:bodyPr/>
        <a:lstStyle/>
        <a:p>
          <a:endParaRPr lang="en-US"/>
        </a:p>
      </dgm:t>
    </dgm:pt>
    <dgm:pt modelId="{297F1B76-7460-4348-9F0D-479280DEC147}" type="sibTrans" cxnId="{63019282-B5A7-495D-8290-9024A17A2993}">
      <dgm:prSet/>
      <dgm:spPr/>
      <dgm:t>
        <a:bodyPr/>
        <a:lstStyle/>
        <a:p>
          <a:endParaRPr lang="en-US"/>
        </a:p>
      </dgm:t>
    </dgm:pt>
    <dgm:pt modelId="{20A10BE6-9711-4644-9B4E-A9F20DDD4503}">
      <dgm:prSet/>
      <dgm:spPr/>
      <dgm:t>
        <a:bodyPr/>
        <a:lstStyle/>
        <a:p>
          <a:r>
            <a:rPr lang="en-US"/>
            <a:t>What is </a:t>
          </a:r>
          <a:r>
            <a:rPr lang="en-US" b="1"/>
            <a:t>CPython?</a:t>
          </a:r>
          <a:endParaRPr lang="en-US"/>
        </a:p>
      </dgm:t>
    </dgm:pt>
    <dgm:pt modelId="{450E342E-4423-4474-8DFF-B47C3285723C}" type="parTrans" cxnId="{F8E5ACDD-BCF9-4AC6-A118-B7CC55E53245}">
      <dgm:prSet/>
      <dgm:spPr/>
      <dgm:t>
        <a:bodyPr/>
        <a:lstStyle/>
        <a:p>
          <a:endParaRPr lang="en-US"/>
        </a:p>
      </dgm:t>
    </dgm:pt>
    <dgm:pt modelId="{8458F44E-765E-49F1-94EC-788972CD6B4A}" type="sibTrans" cxnId="{F8E5ACDD-BCF9-4AC6-A118-B7CC55E53245}">
      <dgm:prSet/>
      <dgm:spPr/>
      <dgm:t>
        <a:bodyPr/>
        <a:lstStyle/>
        <a:p>
          <a:endParaRPr lang="en-US"/>
        </a:p>
      </dgm:t>
    </dgm:pt>
    <dgm:pt modelId="{C59FAF18-CFB6-4F8E-95DF-070CD7979C07}">
      <dgm:prSet/>
      <dgm:spPr/>
      <dgm:t>
        <a:bodyPr/>
        <a:lstStyle/>
        <a:p>
          <a:r>
            <a:rPr lang="en-US" dirty="0"/>
            <a:t>Name any two alternative implementations and their purpose.</a:t>
          </a:r>
        </a:p>
      </dgm:t>
    </dgm:pt>
    <dgm:pt modelId="{11B46835-C737-4B6C-8D48-C83C5C342277}" type="parTrans" cxnId="{A6E4FFB1-90A6-40B9-B9C2-EAC5A34F65AA}">
      <dgm:prSet/>
      <dgm:spPr/>
      <dgm:t>
        <a:bodyPr/>
        <a:lstStyle/>
        <a:p>
          <a:endParaRPr lang="en-US"/>
        </a:p>
      </dgm:t>
    </dgm:pt>
    <dgm:pt modelId="{AB338F45-874B-45D6-A0FF-96BEA5B7436A}" type="sibTrans" cxnId="{A6E4FFB1-90A6-40B9-B9C2-EAC5A34F65AA}">
      <dgm:prSet/>
      <dgm:spPr/>
      <dgm:t>
        <a:bodyPr/>
        <a:lstStyle/>
        <a:p>
          <a:endParaRPr lang="en-US"/>
        </a:p>
      </dgm:t>
    </dgm:pt>
    <dgm:pt modelId="{9C29F857-9200-4A6B-B212-5F4395396E9B}">
      <dgm:prSet/>
      <dgm:spPr/>
      <dgm:t>
        <a:bodyPr/>
        <a:lstStyle/>
        <a:p>
          <a:r>
            <a:rPr lang="en-US"/>
            <a:t>What is </a:t>
          </a:r>
          <a:r>
            <a:rPr lang="en-US" b="1"/>
            <a:t>Machine Code</a:t>
          </a:r>
          <a:r>
            <a:rPr lang="en-US"/>
            <a:t>?</a:t>
          </a:r>
        </a:p>
      </dgm:t>
    </dgm:pt>
    <dgm:pt modelId="{62000078-3604-4332-A0AF-F57CED605F36}" type="parTrans" cxnId="{8F9270E7-D99A-46D7-96FE-C99222AA4C2C}">
      <dgm:prSet/>
      <dgm:spPr/>
      <dgm:t>
        <a:bodyPr/>
        <a:lstStyle/>
        <a:p>
          <a:endParaRPr lang="en-US"/>
        </a:p>
      </dgm:t>
    </dgm:pt>
    <dgm:pt modelId="{40D61422-27B2-44FF-9CD6-C8F4C4DBFE79}" type="sibTrans" cxnId="{8F9270E7-D99A-46D7-96FE-C99222AA4C2C}">
      <dgm:prSet/>
      <dgm:spPr/>
      <dgm:t>
        <a:bodyPr/>
        <a:lstStyle/>
        <a:p>
          <a:endParaRPr lang="en-US"/>
        </a:p>
      </dgm:t>
    </dgm:pt>
    <dgm:pt modelId="{7D6C66DB-BD8A-BE4D-B1B1-E5FA80D517A1}" type="pres">
      <dgm:prSet presAssocID="{004A49F6-23EA-4A9C-9031-C5AF0F866857}" presName="linear" presStyleCnt="0">
        <dgm:presLayoutVars>
          <dgm:animLvl val="lvl"/>
          <dgm:resizeHandles val="exact"/>
        </dgm:presLayoutVars>
      </dgm:prSet>
      <dgm:spPr/>
    </dgm:pt>
    <dgm:pt modelId="{E6A72A37-5B70-CB4A-AF81-2F74BC01EAAF}" type="pres">
      <dgm:prSet presAssocID="{23CE4F03-EB92-4086-A078-FA2745A789DE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86F60F24-4E0A-A845-AEAE-D4AE78A1EF65}" type="pres">
      <dgm:prSet presAssocID="{36B5D0D1-42A7-4297-AB84-6E6533A06235}" presName="spacer" presStyleCnt="0"/>
      <dgm:spPr/>
    </dgm:pt>
    <dgm:pt modelId="{F20C9478-7D04-774B-8619-89E2C96DD025}" type="pres">
      <dgm:prSet presAssocID="{A3B5F52B-7299-4D20-A091-7A5B6B91D7C2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5C1F9A5D-7372-AD4C-84F8-F85897185E29}" type="pres">
      <dgm:prSet presAssocID="{A777E15F-DF41-4E03-9DDA-802B95210F72}" presName="spacer" presStyleCnt="0"/>
      <dgm:spPr/>
    </dgm:pt>
    <dgm:pt modelId="{1570F574-38EA-6C44-ABC4-5EE73E7CD86F}" type="pres">
      <dgm:prSet presAssocID="{56BD412D-2302-4B43-BC70-B67F8061BEBE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9C66E880-2EA6-E442-AA42-BA05B5572FE7}" type="pres">
      <dgm:prSet presAssocID="{297F1B76-7460-4348-9F0D-479280DEC147}" presName="spacer" presStyleCnt="0"/>
      <dgm:spPr/>
    </dgm:pt>
    <dgm:pt modelId="{7C01558F-E484-F24F-A083-453BCAEDF101}" type="pres">
      <dgm:prSet presAssocID="{20A10BE6-9711-4644-9B4E-A9F20DDD4503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03667778-4655-394C-8CA7-062F7E7AA730}" type="pres">
      <dgm:prSet presAssocID="{8458F44E-765E-49F1-94EC-788972CD6B4A}" presName="spacer" presStyleCnt="0"/>
      <dgm:spPr/>
    </dgm:pt>
    <dgm:pt modelId="{4615CF07-992F-3745-810F-004929754053}" type="pres">
      <dgm:prSet presAssocID="{9C29F857-9200-4A6B-B212-5F4395396E9B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92D0B31D-EEC1-1E48-8DBE-F92795868A04}" type="pres">
      <dgm:prSet presAssocID="{40D61422-27B2-44FF-9CD6-C8F4C4DBFE79}" presName="spacer" presStyleCnt="0"/>
      <dgm:spPr/>
    </dgm:pt>
    <dgm:pt modelId="{B69ABDB2-5387-7E42-A968-B65680ECD636}" type="pres">
      <dgm:prSet presAssocID="{C59FAF18-CFB6-4F8E-95DF-070CD7979C07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DDFD2F02-4780-451A-AE74-9881F1EE637C}" srcId="{004A49F6-23EA-4A9C-9031-C5AF0F866857}" destId="{23CE4F03-EB92-4086-A078-FA2745A789DE}" srcOrd="0" destOrd="0" parTransId="{720B3689-0005-4CA6-9EC9-86C17B70A0A8}" sibTransId="{36B5D0D1-42A7-4297-AB84-6E6533A06235}"/>
    <dgm:cxn modelId="{DE89D127-E4E0-1F42-A5F4-64BABAA91822}" type="presOf" srcId="{9C29F857-9200-4A6B-B212-5F4395396E9B}" destId="{4615CF07-992F-3745-810F-004929754053}" srcOrd="0" destOrd="0" presId="urn:microsoft.com/office/officeart/2005/8/layout/vList2"/>
    <dgm:cxn modelId="{3378C946-26C8-F54D-B393-346238D142D4}" type="presOf" srcId="{56BD412D-2302-4B43-BC70-B67F8061BEBE}" destId="{1570F574-38EA-6C44-ABC4-5EE73E7CD86F}" srcOrd="0" destOrd="0" presId="urn:microsoft.com/office/officeart/2005/8/layout/vList2"/>
    <dgm:cxn modelId="{112E795C-9EB6-574D-A9AB-A4A9BC33361B}" type="presOf" srcId="{A3B5F52B-7299-4D20-A091-7A5B6B91D7C2}" destId="{F20C9478-7D04-774B-8619-89E2C96DD025}" srcOrd="0" destOrd="0" presId="urn:microsoft.com/office/officeart/2005/8/layout/vList2"/>
    <dgm:cxn modelId="{9722A174-03C6-E644-8D8A-2515A91F9E66}" type="presOf" srcId="{004A49F6-23EA-4A9C-9031-C5AF0F866857}" destId="{7D6C66DB-BD8A-BE4D-B1B1-E5FA80D517A1}" srcOrd="0" destOrd="0" presId="urn:microsoft.com/office/officeart/2005/8/layout/vList2"/>
    <dgm:cxn modelId="{7F065578-76A0-7344-BBDC-4CA264E45EB0}" type="presOf" srcId="{23CE4F03-EB92-4086-A078-FA2745A789DE}" destId="{E6A72A37-5B70-CB4A-AF81-2F74BC01EAAF}" srcOrd="0" destOrd="0" presId="urn:microsoft.com/office/officeart/2005/8/layout/vList2"/>
    <dgm:cxn modelId="{63019282-B5A7-495D-8290-9024A17A2993}" srcId="{004A49F6-23EA-4A9C-9031-C5AF0F866857}" destId="{56BD412D-2302-4B43-BC70-B67F8061BEBE}" srcOrd="2" destOrd="0" parTransId="{AD1623AA-28C1-453F-A010-4F2F625EB5B0}" sibTransId="{297F1B76-7460-4348-9F0D-479280DEC147}"/>
    <dgm:cxn modelId="{400E9A8E-85EB-BC46-8DA5-B56B9AB62472}" type="presOf" srcId="{20A10BE6-9711-4644-9B4E-A9F20DDD4503}" destId="{7C01558F-E484-F24F-A083-453BCAEDF101}" srcOrd="0" destOrd="0" presId="urn:microsoft.com/office/officeart/2005/8/layout/vList2"/>
    <dgm:cxn modelId="{A6E4FFB1-90A6-40B9-B9C2-EAC5A34F65AA}" srcId="{004A49F6-23EA-4A9C-9031-C5AF0F866857}" destId="{C59FAF18-CFB6-4F8E-95DF-070CD7979C07}" srcOrd="5" destOrd="0" parTransId="{11B46835-C737-4B6C-8D48-C83C5C342277}" sibTransId="{AB338F45-874B-45D6-A0FF-96BEA5B7436A}"/>
    <dgm:cxn modelId="{81E60CC3-B258-854B-BB10-CC0EA6971BD0}" type="presOf" srcId="{C59FAF18-CFB6-4F8E-95DF-070CD7979C07}" destId="{B69ABDB2-5387-7E42-A968-B65680ECD636}" srcOrd="0" destOrd="0" presId="urn:microsoft.com/office/officeart/2005/8/layout/vList2"/>
    <dgm:cxn modelId="{F8E5ACDD-BCF9-4AC6-A118-B7CC55E53245}" srcId="{004A49F6-23EA-4A9C-9031-C5AF0F866857}" destId="{20A10BE6-9711-4644-9B4E-A9F20DDD4503}" srcOrd="3" destOrd="0" parTransId="{450E342E-4423-4474-8DFF-B47C3285723C}" sibTransId="{8458F44E-765E-49F1-94EC-788972CD6B4A}"/>
    <dgm:cxn modelId="{8F9270E7-D99A-46D7-96FE-C99222AA4C2C}" srcId="{004A49F6-23EA-4A9C-9031-C5AF0F866857}" destId="{9C29F857-9200-4A6B-B212-5F4395396E9B}" srcOrd="4" destOrd="0" parTransId="{62000078-3604-4332-A0AF-F57CED605F36}" sibTransId="{40D61422-27B2-44FF-9CD6-C8F4C4DBFE79}"/>
    <dgm:cxn modelId="{E909AFE8-3EA3-4A40-B882-B6145828B8C5}" srcId="{004A49F6-23EA-4A9C-9031-C5AF0F866857}" destId="{A3B5F52B-7299-4D20-A091-7A5B6B91D7C2}" srcOrd="1" destOrd="0" parTransId="{1AE42CA0-67FA-4884-8237-7DB33A8AC88D}" sibTransId="{A777E15F-DF41-4E03-9DDA-802B95210F72}"/>
    <dgm:cxn modelId="{0968D9AE-5150-E449-8512-7FFB4921DC60}" type="presParOf" srcId="{7D6C66DB-BD8A-BE4D-B1B1-E5FA80D517A1}" destId="{E6A72A37-5B70-CB4A-AF81-2F74BC01EAAF}" srcOrd="0" destOrd="0" presId="urn:microsoft.com/office/officeart/2005/8/layout/vList2"/>
    <dgm:cxn modelId="{F1281EA3-4DFE-DD47-BE27-FDDF62078DF1}" type="presParOf" srcId="{7D6C66DB-BD8A-BE4D-B1B1-E5FA80D517A1}" destId="{86F60F24-4E0A-A845-AEAE-D4AE78A1EF65}" srcOrd="1" destOrd="0" presId="urn:microsoft.com/office/officeart/2005/8/layout/vList2"/>
    <dgm:cxn modelId="{B35656D2-735C-AB40-8CD2-C57FC5EC83CB}" type="presParOf" srcId="{7D6C66DB-BD8A-BE4D-B1B1-E5FA80D517A1}" destId="{F20C9478-7D04-774B-8619-89E2C96DD025}" srcOrd="2" destOrd="0" presId="urn:microsoft.com/office/officeart/2005/8/layout/vList2"/>
    <dgm:cxn modelId="{CEDB2DF6-6EA2-9D4B-8142-E01514780C62}" type="presParOf" srcId="{7D6C66DB-BD8A-BE4D-B1B1-E5FA80D517A1}" destId="{5C1F9A5D-7372-AD4C-84F8-F85897185E29}" srcOrd="3" destOrd="0" presId="urn:microsoft.com/office/officeart/2005/8/layout/vList2"/>
    <dgm:cxn modelId="{30EA83F3-9FF6-0640-B7DF-2A858DCAAD4C}" type="presParOf" srcId="{7D6C66DB-BD8A-BE4D-B1B1-E5FA80D517A1}" destId="{1570F574-38EA-6C44-ABC4-5EE73E7CD86F}" srcOrd="4" destOrd="0" presId="urn:microsoft.com/office/officeart/2005/8/layout/vList2"/>
    <dgm:cxn modelId="{557A0811-6BEB-924F-8F6C-F0CAA1D00472}" type="presParOf" srcId="{7D6C66DB-BD8A-BE4D-B1B1-E5FA80D517A1}" destId="{9C66E880-2EA6-E442-AA42-BA05B5572FE7}" srcOrd="5" destOrd="0" presId="urn:microsoft.com/office/officeart/2005/8/layout/vList2"/>
    <dgm:cxn modelId="{BF7BCFCD-E16B-7F46-8ED3-481D57F85DA0}" type="presParOf" srcId="{7D6C66DB-BD8A-BE4D-B1B1-E5FA80D517A1}" destId="{7C01558F-E484-F24F-A083-453BCAEDF101}" srcOrd="6" destOrd="0" presId="urn:microsoft.com/office/officeart/2005/8/layout/vList2"/>
    <dgm:cxn modelId="{CF31FE90-444E-6345-8CD9-3C35E93EF75C}" type="presParOf" srcId="{7D6C66DB-BD8A-BE4D-B1B1-E5FA80D517A1}" destId="{03667778-4655-394C-8CA7-062F7E7AA730}" srcOrd="7" destOrd="0" presId="urn:microsoft.com/office/officeart/2005/8/layout/vList2"/>
    <dgm:cxn modelId="{C978C6BC-8DC2-6F46-9BBD-21D6E2830AD8}" type="presParOf" srcId="{7D6C66DB-BD8A-BE4D-B1B1-E5FA80D517A1}" destId="{4615CF07-992F-3745-810F-004929754053}" srcOrd="8" destOrd="0" presId="urn:microsoft.com/office/officeart/2005/8/layout/vList2"/>
    <dgm:cxn modelId="{DA843D40-72EA-3942-9F60-DDA863C9B473}" type="presParOf" srcId="{7D6C66DB-BD8A-BE4D-B1B1-E5FA80D517A1}" destId="{92D0B31D-EEC1-1E48-8DBE-F92795868A04}" srcOrd="9" destOrd="0" presId="urn:microsoft.com/office/officeart/2005/8/layout/vList2"/>
    <dgm:cxn modelId="{56FE9D72-6536-5C4F-B0F1-82BA1331943E}" type="presParOf" srcId="{7D6C66DB-BD8A-BE4D-B1B1-E5FA80D517A1}" destId="{B69ABDB2-5387-7E42-A968-B65680ECD636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324CAAB-E25D-4F13-96D9-70B469E0EDA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66A7BA4-46F9-4E2C-A31B-6ABCB7C92DBD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Start and use the 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Python 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interactive 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REPL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correctly</a:t>
          </a:r>
        </a:p>
      </dgm:t>
    </dgm:pt>
    <dgm:pt modelId="{60B8B17B-ED86-404F-BDC8-C7F2D118783C}" type="parTrans" cxnId="{5C20A256-9FD5-43BA-AA5B-B083B787147A}">
      <dgm:prSet/>
      <dgm:spPr/>
      <dgm:t>
        <a:bodyPr/>
        <a:lstStyle/>
        <a:p>
          <a:endParaRPr lang="en-US"/>
        </a:p>
      </dgm:t>
    </dgm:pt>
    <dgm:pt modelId="{7BA6ED6E-B55E-418E-A750-93EDC8492986}" type="sibTrans" cxnId="{5C20A256-9FD5-43BA-AA5B-B083B787147A}">
      <dgm:prSet/>
      <dgm:spPr/>
      <dgm:t>
        <a:bodyPr/>
        <a:lstStyle/>
        <a:p>
          <a:endParaRPr lang="en-US"/>
        </a:p>
      </dgm:t>
    </dgm:pt>
    <dgm:pt modelId="{25BD43F0-7C37-4214-B84D-989755E70BE9}">
      <dgm:prSet/>
      <dgm:spPr/>
      <dgm:t>
        <a:bodyPr/>
        <a:lstStyle/>
        <a:p>
          <a:r>
            <a:rPr lang="en-US" b="1" dirty="0"/>
            <a:t>Create</a:t>
          </a:r>
          <a:r>
            <a:rPr lang="en-US" dirty="0"/>
            <a:t> and </a:t>
          </a:r>
          <a:r>
            <a:rPr lang="en-US" b="1" dirty="0"/>
            <a:t>run .</a:t>
          </a:r>
          <a:r>
            <a:rPr lang="en-US" b="1" dirty="0" err="1"/>
            <a:t>py</a:t>
          </a:r>
          <a:r>
            <a:rPr lang="en-US" b="1" dirty="0"/>
            <a:t> </a:t>
          </a:r>
          <a:r>
            <a:rPr lang="en-US" dirty="0"/>
            <a:t>script files using command lines</a:t>
          </a:r>
        </a:p>
      </dgm:t>
    </dgm:pt>
    <dgm:pt modelId="{18AB0604-0D2E-4E7E-B0B0-9B8A57D326A9}" type="parTrans" cxnId="{47834A75-BDC8-4D69-AD4C-927A7D9B68CE}">
      <dgm:prSet/>
      <dgm:spPr/>
      <dgm:t>
        <a:bodyPr/>
        <a:lstStyle/>
        <a:p>
          <a:endParaRPr lang="en-US"/>
        </a:p>
      </dgm:t>
    </dgm:pt>
    <dgm:pt modelId="{A1EFE710-15B6-4470-8384-9908AA4E9660}" type="sibTrans" cxnId="{47834A75-BDC8-4D69-AD4C-927A7D9B68CE}">
      <dgm:prSet/>
      <dgm:spPr/>
      <dgm:t>
        <a:bodyPr/>
        <a:lstStyle/>
        <a:p>
          <a:endParaRPr lang="en-US"/>
        </a:p>
      </dgm:t>
    </dgm:pt>
    <dgm:pt modelId="{48C701DC-24E1-4181-9FAA-813F45FAF66F}">
      <dgm:prSet/>
      <dgm:spPr/>
      <dgm:t>
        <a:bodyPr/>
        <a:lstStyle/>
        <a:p>
          <a:r>
            <a:rPr lang="en-US" dirty="0"/>
            <a:t>Set </a:t>
          </a:r>
          <a:r>
            <a:rPr lang="en-US" b="1" dirty="0"/>
            <a:t>up proper code folders </a:t>
          </a:r>
          <a:r>
            <a:rPr lang="en-US" dirty="0"/>
            <a:t>and follow all conventions</a:t>
          </a:r>
        </a:p>
      </dgm:t>
    </dgm:pt>
    <dgm:pt modelId="{0CC988AC-07EF-48D9-B867-9F887FDFAB79}" type="parTrans" cxnId="{AF640528-EBD7-44FB-B627-80704E6F479A}">
      <dgm:prSet/>
      <dgm:spPr/>
      <dgm:t>
        <a:bodyPr/>
        <a:lstStyle/>
        <a:p>
          <a:endParaRPr lang="en-US"/>
        </a:p>
      </dgm:t>
    </dgm:pt>
    <dgm:pt modelId="{E2488BF6-A29F-438F-99F0-741EC93F9DC3}" type="sibTrans" cxnId="{AF640528-EBD7-44FB-B627-80704E6F479A}">
      <dgm:prSet/>
      <dgm:spPr/>
      <dgm:t>
        <a:bodyPr/>
        <a:lstStyle/>
        <a:p>
          <a:endParaRPr lang="en-US"/>
        </a:p>
      </dgm:t>
    </dgm:pt>
    <dgm:pt modelId="{EEFFE3C5-D8B4-4B32-8F5D-3EFC4C44151C}">
      <dgm:prSet/>
      <dgm:spPr/>
      <dgm:t>
        <a:bodyPr/>
        <a:lstStyle/>
        <a:p>
          <a:r>
            <a:rPr lang="en-US" b="1" dirty="0"/>
            <a:t>Run code </a:t>
          </a:r>
          <a:r>
            <a:rPr lang="en-US" dirty="0"/>
            <a:t>with </a:t>
          </a:r>
          <a:r>
            <a:rPr lang="en-US" b="1" dirty="0"/>
            <a:t>multiple methods</a:t>
          </a:r>
          <a:r>
            <a:rPr lang="en-US" dirty="0"/>
            <a:t>: </a:t>
          </a:r>
          <a:r>
            <a:rPr lang="en-US" dirty="0">
              <a:highlight>
                <a:srgbClr val="00FF00"/>
              </a:highlight>
            </a:rPr>
            <a:t>command line, file clicks, IDLE, imports, exec, etc.</a:t>
          </a:r>
        </a:p>
      </dgm:t>
    </dgm:pt>
    <dgm:pt modelId="{DB8E93E2-DADA-4CF9-9530-2E417125628F}" type="parTrans" cxnId="{3461C37D-5D1F-43AF-816A-ECEE429633A0}">
      <dgm:prSet/>
      <dgm:spPr/>
      <dgm:t>
        <a:bodyPr/>
        <a:lstStyle/>
        <a:p>
          <a:endParaRPr lang="en-US"/>
        </a:p>
      </dgm:t>
    </dgm:pt>
    <dgm:pt modelId="{F4654954-E82E-4593-A895-00CD27856B02}" type="sibTrans" cxnId="{3461C37D-5D1F-43AF-816A-ECEE429633A0}">
      <dgm:prSet/>
      <dgm:spPr/>
      <dgm:t>
        <a:bodyPr/>
        <a:lstStyle/>
        <a:p>
          <a:endParaRPr lang="en-US"/>
        </a:p>
      </dgm:t>
    </dgm:pt>
    <dgm:pt modelId="{778AA97D-6186-4077-BA32-ABC0F1241427}">
      <dgm:prSet/>
      <dgm:spPr/>
      <dgm:t>
        <a:bodyPr/>
        <a:lstStyle/>
        <a:p>
          <a:r>
            <a:rPr lang="en-US" dirty="0"/>
            <a:t>Know when to use </a:t>
          </a:r>
          <a:r>
            <a:rPr lang="en-US" b="1" dirty="0"/>
            <a:t>REPL </a:t>
          </a:r>
          <a:r>
            <a:rPr lang="en-US" dirty="0"/>
            <a:t>vs </a:t>
          </a:r>
          <a:r>
            <a:rPr lang="en-US" b="1" dirty="0"/>
            <a:t>script files </a:t>
          </a:r>
          <a:r>
            <a:rPr lang="en-US" dirty="0"/>
            <a:t>vs </a:t>
          </a:r>
          <a:r>
            <a:rPr lang="en-US" b="1" dirty="0"/>
            <a:t>IDEs vs apps</a:t>
          </a:r>
        </a:p>
      </dgm:t>
    </dgm:pt>
    <dgm:pt modelId="{020159C4-9D2E-4454-B319-0465BA2C5437}" type="parTrans" cxnId="{7DBDC714-FD45-4B12-94B8-FE3C58D8D76C}">
      <dgm:prSet/>
      <dgm:spPr/>
      <dgm:t>
        <a:bodyPr/>
        <a:lstStyle/>
        <a:p>
          <a:endParaRPr lang="en-US"/>
        </a:p>
      </dgm:t>
    </dgm:pt>
    <dgm:pt modelId="{948974B3-0A92-4BA5-94BF-2F298BA97F76}" type="sibTrans" cxnId="{7DBDC714-FD45-4B12-94B8-FE3C58D8D76C}">
      <dgm:prSet/>
      <dgm:spPr/>
      <dgm:t>
        <a:bodyPr/>
        <a:lstStyle/>
        <a:p>
          <a:endParaRPr lang="en-US"/>
        </a:p>
      </dgm:t>
    </dgm:pt>
    <dgm:pt modelId="{5CA6DD7C-F01C-4145-932D-8D3F16F41C5D}">
      <dgm:prSet/>
      <dgm:spPr/>
      <dgm:t>
        <a:bodyPr/>
        <a:lstStyle/>
        <a:p>
          <a:r>
            <a:rPr lang="en-US" b="1" dirty="0"/>
            <a:t>Understand what standalone executables (frozen binaries) are and when to use them</a:t>
          </a:r>
        </a:p>
      </dgm:t>
    </dgm:pt>
    <dgm:pt modelId="{83FAFB66-3CC6-4D52-9C16-A21DFF61CFAD}" type="parTrans" cxnId="{852D0518-227A-49B7-A571-DF1BA95C1BE1}">
      <dgm:prSet/>
      <dgm:spPr/>
      <dgm:t>
        <a:bodyPr/>
        <a:lstStyle/>
        <a:p>
          <a:endParaRPr lang="en-US"/>
        </a:p>
      </dgm:t>
    </dgm:pt>
    <dgm:pt modelId="{69158AC3-BF12-47D7-A859-D3314F122C05}" type="sibTrans" cxnId="{852D0518-227A-49B7-A571-DF1BA95C1BE1}">
      <dgm:prSet/>
      <dgm:spPr/>
      <dgm:t>
        <a:bodyPr/>
        <a:lstStyle/>
        <a:p>
          <a:endParaRPr lang="en-US"/>
        </a:p>
      </dgm:t>
    </dgm:pt>
    <dgm:pt modelId="{01358839-1090-6549-AA52-C981BD1D8E9E}" type="pres">
      <dgm:prSet presAssocID="{1324CAAB-E25D-4F13-96D9-70B469E0EDA9}" presName="vert0" presStyleCnt="0">
        <dgm:presLayoutVars>
          <dgm:dir/>
          <dgm:animOne val="branch"/>
          <dgm:animLvl val="lvl"/>
        </dgm:presLayoutVars>
      </dgm:prSet>
      <dgm:spPr/>
    </dgm:pt>
    <dgm:pt modelId="{55DA51C6-EB41-1441-BE04-BD3DFD1CBE8D}" type="pres">
      <dgm:prSet presAssocID="{B66A7BA4-46F9-4E2C-A31B-6ABCB7C92DBD}" presName="thickLine" presStyleLbl="alignNode1" presStyleIdx="0" presStyleCnt="6"/>
      <dgm:spPr/>
    </dgm:pt>
    <dgm:pt modelId="{EFED7569-724B-114F-BE3F-9AB2C8BE3AB6}" type="pres">
      <dgm:prSet presAssocID="{B66A7BA4-46F9-4E2C-A31B-6ABCB7C92DBD}" presName="horz1" presStyleCnt="0"/>
      <dgm:spPr/>
    </dgm:pt>
    <dgm:pt modelId="{331322A0-BD2E-8149-8299-B9180468C07C}" type="pres">
      <dgm:prSet presAssocID="{B66A7BA4-46F9-4E2C-A31B-6ABCB7C92DBD}" presName="tx1" presStyleLbl="revTx" presStyleIdx="0" presStyleCnt="6"/>
      <dgm:spPr/>
    </dgm:pt>
    <dgm:pt modelId="{034C16C1-6867-A54C-A230-1A700BEB473B}" type="pres">
      <dgm:prSet presAssocID="{B66A7BA4-46F9-4E2C-A31B-6ABCB7C92DBD}" presName="vert1" presStyleCnt="0"/>
      <dgm:spPr/>
    </dgm:pt>
    <dgm:pt modelId="{B04C397B-1073-164B-B5AC-2670D9B41C41}" type="pres">
      <dgm:prSet presAssocID="{25BD43F0-7C37-4214-B84D-989755E70BE9}" presName="thickLine" presStyleLbl="alignNode1" presStyleIdx="1" presStyleCnt="6"/>
      <dgm:spPr/>
    </dgm:pt>
    <dgm:pt modelId="{BFAB3A24-98CA-5541-B3A9-AD078CCDEFD2}" type="pres">
      <dgm:prSet presAssocID="{25BD43F0-7C37-4214-B84D-989755E70BE9}" presName="horz1" presStyleCnt="0"/>
      <dgm:spPr/>
    </dgm:pt>
    <dgm:pt modelId="{A0981E36-6847-F74B-A52F-43B99DC57D75}" type="pres">
      <dgm:prSet presAssocID="{25BD43F0-7C37-4214-B84D-989755E70BE9}" presName="tx1" presStyleLbl="revTx" presStyleIdx="1" presStyleCnt="6"/>
      <dgm:spPr/>
    </dgm:pt>
    <dgm:pt modelId="{E24471F4-D08D-874A-8D09-311E2F44FA25}" type="pres">
      <dgm:prSet presAssocID="{25BD43F0-7C37-4214-B84D-989755E70BE9}" presName="vert1" presStyleCnt="0"/>
      <dgm:spPr/>
    </dgm:pt>
    <dgm:pt modelId="{10B2078B-32F3-F842-8028-AEBE02098343}" type="pres">
      <dgm:prSet presAssocID="{48C701DC-24E1-4181-9FAA-813F45FAF66F}" presName="thickLine" presStyleLbl="alignNode1" presStyleIdx="2" presStyleCnt="6"/>
      <dgm:spPr/>
    </dgm:pt>
    <dgm:pt modelId="{0109A73A-8826-F145-AD9A-19A528035AEC}" type="pres">
      <dgm:prSet presAssocID="{48C701DC-24E1-4181-9FAA-813F45FAF66F}" presName="horz1" presStyleCnt="0"/>
      <dgm:spPr/>
    </dgm:pt>
    <dgm:pt modelId="{D3B66D45-5A72-1546-ABBF-86C11AD1B706}" type="pres">
      <dgm:prSet presAssocID="{48C701DC-24E1-4181-9FAA-813F45FAF66F}" presName="tx1" presStyleLbl="revTx" presStyleIdx="2" presStyleCnt="6"/>
      <dgm:spPr/>
    </dgm:pt>
    <dgm:pt modelId="{ADE00646-E723-7044-BCFC-E1CA20EE97E6}" type="pres">
      <dgm:prSet presAssocID="{48C701DC-24E1-4181-9FAA-813F45FAF66F}" presName="vert1" presStyleCnt="0"/>
      <dgm:spPr/>
    </dgm:pt>
    <dgm:pt modelId="{BABB0101-189F-894A-A843-701CF56F222C}" type="pres">
      <dgm:prSet presAssocID="{EEFFE3C5-D8B4-4B32-8F5D-3EFC4C44151C}" presName="thickLine" presStyleLbl="alignNode1" presStyleIdx="3" presStyleCnt="6"/>
      <dgm:spPr/>
    </dgm:pt>
    <dgm:pt modelId="{EF6FCD08-67F6-0347-BE91-07FCEDAE30AA}" type="pres">
      <dgm:prSet presAssocID="{EEFFE3C5-D8B4-4B32-8F5D-3EFC4C44151C}" presName="horz1" presStyleCnt="0"/>
      <dgm:spPr/>
    </dgm:pt>
    <dgm:pt modelId="{91A3C0C5-01D5-F04E-A90E-D0C56650342F}" type="pres">
      <dgm:prSet presAssocID="{EEFFE3C5-D8B4-4B32-8F5D-3EFC4C44151C}" presName="tx1" presStyleLbl="revTx" presStyleIdx="3" presStyleCnt="6"/>
      <dgm:spPr/>
    </dgm:pt>
    <dgm:pt modelId="{50B9D87D-9692-514E-AD42-143165D3FC47}" type="pres">
      <dgm:prSet presAssocID="{EEFFE3C5-D8B4-4B32-8F5D-3EFC4C44151C}" presName="vert1" presStyleCnt="0"/>
      <dgm:spPr/>
    </dgm:pt>
    <dgm:pt modelId="{6DB4D4BB-41AC-9C49-B37B-A270930C51CC}" type="pres">
      <dgm:prSet presAssocID="{778AA97D-6186-4077-BA32-ABC0F1241427}" presName="thickLine" presStyleLbl="alignNode1" presStyleIdx="4" presStyleCnt="6"/>
      <dgm:spPr/>
    </dgm:pt>
    <dgm:pt modelId="{6014759D-707E-DB49-B9BC-F4A03AB0B301}" type="pres">
      <dgm:prSet presAssocID="{778AA97D-6186-4077-BA32-ABC0F1241427}" presName="horz1" presStyleCnt="0"/>
      <dgm:spPr/>
    </dgm:pt>
    <dgm:pt modelId="{58068E45-227D-7C40-B04D-69148774F8A4}" type="pres">
      <dgm:prSet presAssocID="{778AA97D-6186-4077-BA32-ABC0F1241427}" presName="tx1" presStyleLbl="revTx" presStyleIdx="4" presStyleCnt="6"/>
      <dgm:spPr/>
    </dgm:pt>
    <dgm:pt modelId="{B6356086-5640-264F-938A-8BD4D9CF4C78}" type="pres">
      <dgm:prSet presAssocID="{778AA97D-6186-4077-BA32-ABC0F1241427}" presName="vert1" presStyleCnt="0"/>
      <dgm:spPr/>
    </dgm:pt>
    <dgm:pt modelId="{F008E47E-9999-604B-B813-7D872F0EDA5C}" type="pres">
      <dgm:prSet presAssocID="{5CA6DD7C-F01C-4145-932D-8D3F16F41C5D}" presName="thickLine" presStyleLbl="alignNode1" presStyleIdx="5" presStyleCnt="6"/>
      <dgm:spPr/>
    </dgm:pt>
    <dgm:pt modelId="{6BD5575E-83DC-E941-85EF-2D4E742C73F8}" type="pres">
      <dgm:prSet presAssocID="{5CA6DD7C-F01C-4145-932D-8D3F16F41C5D}" presName="horz1" presStyleCnt="0"/>
      <dgm:spPr/>
    </dgm:pt>
    <dgm:pt modelId="{8608CE6F-3F6D-344B-BF5E-837ABCA2C699}" type="pres">
      <dgm:prSet presAssocID="{5CA6DD7C-F01C-4145-932D-8D3F16F41C5D}" presName="tx1" presStyleLbl="revTx" presStyleIdx="5" presStyleCnt="6"/>
      <dgm:spPr/>
    </dgm:pt>
    <dgm:pt modelId="{16929242-6598-0C49-BF32-37BEE7F4D1B8}" type="pres">
      <dgm:prSet presAssocID="{5CA6DD7C-F01C-4145-932D-8D3F16F41C5D}" presName="vert1" presStyleCnt="0"/>
      <dgm:spPr/>
    </dgm:pt>
  </dgm:ptLst>
  <dgm:cxnLst>
    <dgm:cxn modelId="{97C78A07-33AA-F24F-98D6-592A90145B14}" type="presOf" srcId="{778AA97D-6186-4077-BA32-ABC0F1241427}" destId="{58068E45-227D-7C40-B04D-69148774F8A4}" srcOrd="0" destOrd="0" presId="urn:microsoft.com/office/officeart/2008/layout/LinedList"/>
    <dgm:cxn modelId="{7DBDC714-FD45-4B12-94B8-FE3C58D8D76C}" srcId="{1324CAAB-E25D-4F13-96D9-70B469E0EDA9}" destId="{778AA97D-6186-4077-BA32-ABC0F1241427}" srcOrd="4" destOrd="0" parTransId="{020159C4-9D2E-4454-B319-0465BA2C5437}" sibTransId="{948974B3-0A92-4BA5-94BF-2F298BA97F76}"/>
    <dgm:cxn modelId="{852D0518-227A-49B7-A571-DF1BA95C1BE1}" srcId="{1324CAAB-E25D-4F13-96D9-70B469E0EDA9}" destId="{5CA6DD7C-F01C-4145-932D-8D3F16F41C5D}" srcOrd="5" destOrd="0" parTransId="{83FAFB66-3CC6-4D52-9C16-A21DFF61CFAD}" sibTransId="{69158AC3-BF12-47D7-A859-D3314F122C05}"/>
    <dgm:cxn modelId="{AF640528-EBD7-44FB-B627-80704E6F479A}" srcId="{1324CAAB-E25D-4F13-96D9-70B469E0EDA9}" destId="{48C701DC-24E1-4181-9FAA-813F45FAF66F}" srcOrd="2" destOrd="0" parTransId="{0CC988AC-07EF-48D9-B867-9F887FDFAB79}" sibTransId="{E2488BF6-A29F-438F-99F0-741EC93F9DC3}"/>
    <dgm:cxn modelId="{5C20A256-9FD5-43BA-AA5B-B083B787147A}" srcId="{1324CAAB-E25D-4F13-96D9-70B469E0EDA9}" destId="{B66A7BA4-46F9-4E2C-A31B-6ABCB7C92DBD}" srcOrd="0" destOrd="0" parTransId="{60B8B17B-ED86-404F-BDC8-C7F2D118783C}" sibTransId="{7BA6ED6E-B55E-418E-A750-93EDC8492986}"/>
    <dgm:cxn modelId="{772D655B-6FAE-DE4B-8FD1-7E3AD5D7FB17}" type="presOf" srcId="{EEFFE3C5-D8B4-4B32-8F5D-3EFC4C44151C}" destId="{91A3C0C5-01D5-F04E-A90E-D0C56650342F}" srcOrd="0" destOrd="0" presId="urn:microsoft.com/office/officeart/2008/layout/LinedList"/>
    <dgm:cxn modelId="{966AFD68-4869-5B43-97C4-229BFFA3BDD3}" type="presOf" srcId="{1324CAAB-E25D-4F13-96D9-70B469E0EDA9}" destId="{01358839-1090-6549-AA52-C981BD1D8E9E}" srcOrd="0" destOrd="0" presId="urn:microsoft.com/office/officeart/2008/layout/LinedList"/>
    <dgm:cxn modelId="{47834A75-BDC8-4D69-AD4C-927A7D9B68CE}" srcId="{1324CAAB-E25D-4F13-96D9-70B469E0EDA9}" destId="{25BD43F0-7C37-4214-B84D-989755E70BE9}" srcOrd="1" destOrd="0" parTransId="{18AB0604-0D2E-4E7E-B0B0-9B8A57D326A9}" sibTransId="{A1EFE710-15B6-4470-8384-9908AA4E9660}"/>
    <dgm:cxn modelId="{3461C37D-5D1F-43AF-816A-ECEE429633A0}" srcId="{1324CAAB-E25D-4F13-96D9-70B469E0EDA9}" destId="{EEFFE3C5-D8B4-4B32-8F5D-3EFC4C44151C}" srcOrd="3" destOrd="0" parTransId="{DB8E93E2-DADA-4CF9-9530-2E417125628F}" sibTransId="{F4654954-E82E-4593-A895-00CD27856B02}"/>
    <dgm:cxn modelId="{E55EBA99-27B7-FD42-B885-4211959A894B}" type="presOf" srcId="{5CA6DD7C-F01C-4145-932D-8D3F16F41C5D}" destId="{8608CE6F-3F6D-344B-BF5E-837ABCA2C699}" srcOrd="0" destOrd="0" presId="urn:microsoft.com/office/officeart/2008/layout/LinedList"/>
    <dgm:cxn modelId="{E0EAE8A3-59AB-9B4A-84FB-92315DED254B}" type="presOf" srcId="{B66A7BA4-46F9-4E2C-A31B-6ABCB7C92DBD}" destId="{331322A0-BD2E-8149-8299-B9180468C07C}" srcOrd="0" destOrd="0" presId="urn:microsoft.com/office/officeart/2008/layout/LinedList"/>
    <dgm:cxn modelId="{28C2DFAB-8F81-0F4F-8645-5C07766A4D44}" type="presOf" srcId="{25BD43F0-7C37-4214-B84D-989755E70BE9}" destId="{A0981E36-6847-F74B-A52F-43B99DC57D75}" srcOrd="0" destOrd="0" presId="urn:microsoft.com/office/officeart/2008/layout/LinedList"/>
    <dgm:cxn modelId="{B0E9F3D8-6ADF-2644-A947-A50E43564921}" type="presOf" srcId="{48C701DC-24E1-4181-9FAA-813F45FAF66F}" destId="{D3B66D45-5A72-1546-ABBF-86C11AD1B706}" srcOrd="0" destOrd="0" presId="urn:microsoft.com/office/officeart/2008/layout/LinedList"/>
    <dgm:cxn modelId="{F4500A60-4574-9245-994A-8D9099A1457D}" type="presParOf" srcId="{01358839-1090-6549-AA52-C981BD1D8E9E}" destId="{55DA51C6-EB41-1441-BE04-BD3DFD1CBE8D}" srcOrd="0" destOrd="0" presId="urn:microsoft.com/office/officeart/2008/layout/LinedList"/>
    <dgm:cxn modelId="{96178358-FE2B-8742-BAC7-83E2E00CAEB7}" type="presParOf" srcId="{01358839-1090-6549-AA52-C981BD1D8E9E}" destId="{EFED7569-724B-114F-BE3F-9AB2C8BE3AB6}" srcOrd="1" destOrd="0" presId="urn:microsoft.com/office/officeart/2008/layout/LinedList"/>
    <dgm:cxn modelId="{0A631C16-0B62-F243-A8A9-E153A4E240AA}" type="presParOf" srcId="{EFED7569-724B-114F-BE3F-9AB2C8BE3AB6}" destId="{331322A0-BD2E-8149-8299-B9180468C07C}" srcOrd="0" destOrd="0" presId="urn:microsoft.com/office/officeart/2008/layout/LinedList"/>
    <dgm:cxn modelId="{4FF80BD9-E6A0-0F47-9809-B2EA4485FA23}" type="presParOf" srcId="{EFED7569-724B-114F-BE3F-9AB2C8BE3AB6}" destId="{034C16C1-6867-A54C-A230-1A700BEB473B}" srcOrd="1" destOrd="0" presId="urn:microsoft.com/office/officeart/2008/layout/LinedList"/>
    <dgm:cxn modelId="{A0888BE2-B73D-5A43-8852-C6EB2D624107}" type="presParOf" srcId="{01358839-1090-6549-AA52-C981BD1D8E9E}" destId="{B04C397B-1073-164B-B5AC-2670D9B41C41}" srcOrd="2" destOrd="0" presId="urn:microsoft.com/office/officeart/2008/layout/LinedList"/>
    <dgm:cxn modelId="{7DD295EB-EE7B-F744-97DF-B91E10EF6B88}" type="presParOf" srcId="{01358839-1090-6549-AA52-C981BD1D8E9E}" destId="{BFAB3A24-98CA-5541-B3A9-AD078CCDEFD2}" srcOrd="3" destOrd="0" presId="urn:microsoft.com/office/officeart/2008/layout/LinedList"/>
    <dgm:cxn modelId="{DEF89518-3763-6443-9FC3-FB20C719EC00}" type="presParOf" srcId="{BFAB3A24-98CA-5541-B3A9-AD078CCDEFD2}" destId="{A0981E36-6847-F74B-A52F-43B99DC57D75}" srcOrd="0" destOrd="0" presId="urn:microsoft.com/office/officeart/2008/layout/LinedList"/>
    <dgm:cxn modelId="{6176929C-90B8-EE4F-AEB1-2C6C7DEC5063}" type="presParOf" srcId="{BFAB3A24-98CA-5541-B3A9-AD078CCDEFD2}" destId="{E24471F4-D08D-874A-8D09-311E2F44FA25}" srcOrd="1" destOrd="0" presId="urn:microsoft.com/office/officeart/2008/layout/LinedList"/>
    <dgm:cxn modelId="{70F3991D-489C-8F47-9C74-14BB2500C52B}" type="presParOf" srcId="{01358839-1090-6549-AA52-C981BD1D8E9E}" destId="{10B2078B-32F3-F842-8028-AEBE02098343}" srcOrd="4" destOrd="0" presId="urn:microsoft.com/office/officeart/2008/layout/LinedList"/>
    <dgm:cxn modelId="{14CE8819-3C78-4A4F-8160-FC441E2F4400}" type="presParOf" srcId="{01358839-1090-6549-AA52-C981BD1D8E9E}" destId="{0109A73A-8826-F145-AD9A-19A528035AEC}" srcOrd="5" destOrd="0" presId="urn:microsoft.com/office/officeart/2008/layout/LinedList"/>
    <dgm:cxn modelId="{107E8667-0CF6-DC4F-92C4-D3B212CBBC9A}" type="presParOf" srcId="{0109A73A-8826-F145-AD9A-19A528035AEC}" destId="{D3B66D45-5A72-1546-ABBF-86C11AD1B706}" srcOrd="0" destOrd="0" presId="urn:microsoft.com/office/officeart/2008/layout/LinedList"/>
    <dgm:cxn modelId="{340E9313-E4E1-0046-928B-B0A187E36954}" type="presParOf" srcId="{0109A73A-8826-F145-AD9A-19A528035AEC}" destId="{ADE00646-E723-7044-BCFC-E1CA20EE97E6}" srcOrd="1" destOrd="0" presId="urn:microsoft.com/office/officeart/2008/layout/LinedList"/>
    <dgm:cxn modelId="{D04B50B0-397E-CE47-AAD0-F47EA0AE53CC}" type="presParOf" srcId="{01358839-1090-6549-AA52-C981BD1D8E9E}" destId="{BABB0101-189F-894A-A843-701CF56F222C}" srcOrd="6" destOrd="0" presId="urn:microsoft.com/office/officeart/2008/layout/LinedList"/>
    <dgm:cxn modelId="{75E10041-EDC7-3746-AD29-87DFB16D34E0}" type="presParOf" srcId="{01358839-1090-6549-AA52-C981BD1D8E9E}" destId="{EF6FCD08-67F6-0347-BE91-07FCEDAE30AA}" srcOrd="7" destOrd="0" presId="urn:microsoft.com/office/officeart/2008/layout/LinedList"/>
    <dgm:cxn modelId="{206C9EFC-C379-B042-B19A-7CBE07CC2445}" type="presParOf" srcId="{EF6FCD08-67F6-0347-BE91-07FCEDAE30AA}" destId="{91A3C0C5-01D5-F04E-A90E-D0C56650342F}" srcOrd="0" destOrd="0" presId="urn:microsoft.com/office/officeart/2008/layout/LinedList"/>
    <dgm:cxn modelId="{608E5F90-6520-AE44-9F32-BEC614D504D9}" type="presParOf" srcId="{EF6FCD08-67F6-0347-BE91-07FCEDAE30AA}" destId="{50B9D87D-9692-514E-AD42-143165D3FC47}" srcOrd="1" destOrd="0" presId="urn:microsoft.com/office/officeart/2008/layout/LinedList"/>
    <dgm:cxn modelId="{0E71F3C9-DFA6-D04F-A4AF-C1342BE59DAA}" type="presParOf" srcId="{01358839-1090-6549-AA52-C981BD1D8E9E}" destId="{6DB4D4BB-41AC-9C49-B37B-A270930C51CC}" srcOrd="8" destOrd="0" presId="urn:microsoft.com/office/officeart/2008/layout/LinedList"/>
    <dgm:cxn modelId="{EF38F2BC-7879-9A48-A27F-B02BF96485F6}" type="presParOf" srcId="{01358839-1090-6549-AA52-C981BD1D8E9E}" destId="{6014759D-707E-DB49-B9BC-F4A03AB0B301}" srcOrd="9" destOrd="0" presId="urn:microsoft.com/office/officeart/2008/layout/LinedList"/>
    <dgm:cxn modelId="{78C7AFCC-A8CE-764F-B770-A48162449620}" type="presParOf" srcId="{6014759D-707E-DB49-B9BC-F4A03AB0B301}" destId="{58068E45-227D-7C40-B04D-69148774F8A4}" srcOrd="0" destOrd="0" presId="urn:microsoft.com/office/officeart/2008/layout/LinedList"/>
    <dgm:cxn modelId="{BA00E500-6C00-504A-9312-3DD0F20CBF65}" type="presParOf" srcId="{6014759D-707E-DB49-B9BC-F4A03AB0B301}" destId="{B6356086-5640-264F-938A-8BD4D9CF4C78}" srcOrd="1" destOrd="0" presId="urn:microsoft.com/office/officeart/2008/layout/LinedList"/>
    <dgm:cxn modelId="{AB048323-98F2-0240-9BDD-01DB6FA2D20C}" type="presParOf" srcId="{01358839-1090-6549-AA52-C981BD1D8E9E}" destId="{F008E47E-9999-604B-B813-7D872F0EDA5C}" srcOrd="10" destOrd="0" presId="urn:microsoft.com/office/officeart/2008/layout/LinedList"/>
    <dgm:cxn modelId="{85A80D7B-FBA2-D640-9886-38F652CB99F5}" type="presParOf" srcId="{01358839-1090-6549-AA52-C981BD1D8E9E}" destId="{6BD5575E-83DC-E941-85EF-2D4E742C73F8}" srcOrd="11" destOrd="0" presId="urn:microsoft.com/office/officeart/2008/layout/LinedList"/>
    <dgm:cxn modelId="{C3682E57-4653-F243-B916-C166250C0C63}" type="presParOf" srcId="{6BD5575E-83DC-E941-85EF-2D4E742C73F8}" destId="{8608CE6F-3F6D-344B-BF5E-837ABCA2C699}" srcOrd="0" destOrd="0" presId="urn:microsoft.com/office/officeart/2008/layout/LinedList"/>
    <dgm:cxn modelId="{EA5A784D-BA51-1247-ACC0-D8970FA0490B}" type="presParOf" srcId="{6BD5575E-83DC-E941-85EF-2D4E742C73F8}" destId="{16929242-6598-0C49-BF32-37BEE7F4D1B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3100B62-6B76-41B8-BEF0-A4ADE048070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B8C7172-478B-4E70-A204-3A3B9A654B84}">
      <dgm:prSet/>
      <dgm:spPr/>
      <dgm:t>
        <a:bodyPr/>
        <a:lstStyle/>
        <a:p>
          <a:r>
            <a:rPr lang="en-US" dirty="0"/>
            <a:t>You need </a:t>
          </a:r>
          <a:r>
            <a:rPr lang="en-US" b="1" dirty="0"/>
            <a:t>Python</a:t>
          </a:r>
          <a:r>
            <a:rPr lang="en-US" dirty="0"/>
            <a:t> installed to follow along.</a:t>
          </a:r>
        </a:p>
      </dgm:t>
    </dgm:pt>
    <dgm:pt modelId="{741A5BF1-7684-4A76-A597-731B77DF797A}" type="parTrans" cxnId="{6CAE14A2-AF03-4231-8233-4C2416D37853}">
      <dgm:prSet/>
      <dgm:spPr/>
      <dgm:t>
        <a:bodyPr/>
        <a:lstStyle/>
        <a:p>
          <a:endParaRPr lang="en-US"/>
        </a:p>
      </dgm:t>
    </dgm:pt>
    <dgm:pt modelId="{7DE957C9-AE27-4910-8C94-F5609A8FBC52}" type="sibTrans" cxnId="{6CAE14A2-AF03-4231-8233-4C2416D37853}">
      <dgm:prSet/>
      <dgm:spPr/>
      <dgm:t>
        <a:bodyPr/>
        <a:lstStyle/>
        <a:p>
          <a:endParaRPr lang="en-US"/>
        </a:p>
      </dgm:t>
    </dgm:pt>
    <dgm:pt modelId="{16CDAEAB-E836-4FAD-8382-3BB2E56369C4}">
      <dgm:prSet/>
      <dgm:spPr/>
      <dgm:t>
        <a:bodyPr/>
        <a:lstStyle/>
        <a:p>
          <a:r>
            <a:rPr lang="en-US" b="1"/>
            <a:t>Windows / macOS </a:t>
          </a:r>
          <a:r>
            <a:rPr lang="en-US"/>
            <a:t>→ download installer from </a:t>
          </a:r>
          <a:r>
            <a:rPr lang="en-US">
              <a:hlinkClick xmlns:r="http://schemas.openxmlformats.org/officeDocument/2006/relationships" r:id="rId1"/>
            </a:rPr>
            <a:t>Download Python</a:t>
          </a:r>
          <a:endParaRPr lang="en-US"/>
        </a:p>
      </dgm:t>
    </dgm:pt>
    <dgm:pt modelId="{5C7DA3A1-92D0-4FBC-AD65-002B7451A228}" type="parTrans" cxnId="{1791CBE5-B674-448D-8058-CC42AF01CEC4}">
      <dgm:prSet/>
      <dgm:spPr/>
      <dgm:t>
        <a:bodyPr/>
        <a:lstStyle/>
        <a:p>
          <a:endParaRPr lang="en-US"/>
        </a:p>
      </dgm:t>
    </dgm:pt>
    <dgm:pt modelId="{84B3FB10-2B90-4C5B-927E-13FB78A705EE}" type="sibTrans" cxnId="{1791CBE5-B674-448D-8058-CC42AF01CEC4}">
      <dgm:prSet/>
      <dgm:spPr/>
      <dgm:t>
        <a:bodyPr/>
        <a:lstStyle/>
        <a:p>
          <a:endParaRPr lang="en-US"/>
        </a:p>
      </dgm:t>
    </dgm:pt>
    <dgm:pt modelId="{783226CF-F3C7-4876-9E39-BD438C5B53F8}">
      <dgm:prSet/>
      <dgm:spPr/>
      <dgm:t>
        <a:bodyPr/>
        <a:lstStyle/>
        <a:p>
          <a:r>
            <a:rPr lang="en-US" b="1"/>
            <a:t>Linux</a:t>
          </a:r>
          <a:r>
            <a:rPr lang="en-US"/>
            <a:t> → usually pre-installed or use package manager</a:t>
          </a:r>
        </a:p>
      </dgm:t>
    </dgm:pt>
    <dgm:pt modelId="{C50BC53E-6735-41E2-AD2A-72829557AD5A}" type="parTrans" cxnId="{2CB4A8A7-C084-43C3-A457-C65DBABFE5F4}">
      <dgm:prSet/>
      <dgm:spPr/>
      <dgm:t>
        <a:bodyPr/>
        <a:lstStyle/>
        <a:p>
          <a:endParaRPr lang="en-US"/>
        </a:p>
      </dgm:t>
    </dgm:pt>
    <dgm:pt modelId="{1D08AE11-E6DE-4D2C-A7C7-3B4F88A9611C}" type="sibTrans" cxnId="{2CB4A8A7-C084-43C3-A457-C65DBABFE5F4}">
      <dgm:prSet/>
      <dgm:spPr/>
      <dgm:t>
        <a:bodyPr/>
        <a:lstStyle/>
        <a:p>
          <a:endParaRPr lang="en-US"/>
        </a:p>
      </dgm:t>
    </dgm:pt>
    <dgm:pt modelId="{670ED415-ED0F-4D27-B42B-2DE1ED1CB00E}">
      <dgm:prSet/>
      <dgm:spPr/>
      <dgm:t>
        <a:bodyPr/>
        <a:lstStyle/>
        <a:p>
          <a:r>
            <a:rPr lang="en-US" b="1"/>
            <a:t>Android / iOS </a:t>
          </a:r>
          <a:r>
            <a:rPr lang="en-US"/>
            <a:t>→ install a </a:t>
          </a:r>
          <a:r>
            <a:rPr lang="en-US" b="1"/>
            <a:t>Python</a:t>
          </a:r>
          <a:r>
            <a:rPr lang="en-US"/>
            <a:t> app</a:t>
          </a:r>
        </a:p>
      </dgm:t>
    </dgm:pt>
    <dgm:pt modelId="{9193F127-2F5E-42AD-9401-607696EFFF9D}" type="parTrans" cxnId="{5B36D32A-926D-4ED4-A1B0-D8EC86BE161E}">
      <dgm:prSet/>
      <dgm:spPr/>
      <dgm:t>
        <a:bodyPr/>
        <a:lstStyle/>
        <a:p>
          <a:endParaRPr lang="en-US"/>
        </a:p>
      </dgm:t>
    </dgm:pt>
    <dgm:pt modelId="{38C50B17-CAC4-405F-B70E-BEF0C9FDF51D}" type="sibTrans" cxnId="{5B36D32A-926D-4ED4-A1B0-D8EC86BE161E}">
      <dgm:prSet/>
      <dgm:spPr/>
      <dgm:t>
        <a:bodyPr/>
        <a:lstStyle/>
        <a:p>
          <a:endParaRPr lang="en-US"/>
        </a:p>
      </dgm:t>
    </dgm:pt>
    <dgm:pt modelId="{7CC6C25C-5827-4BDF-B321-E39BCCB83DD8}">
      <dgm:prSet/>
      <dgm:spPr/>
      <dgm:t>
        <a:bodyPr/>
        <a:lstStyle/>
        <a:p>
          <a:r>
            <a:rPr lang="en-US"/>
            <a:t>Check first: type </a:t>
          </a:r>
          <a:r>
            <a:rPr lang="en-US" b="1"/>
            <a:t>python3</a:t>
          </a:r>
          <a:r>
            <a:rPr lang="en-US"/>
            <a:t> (or </a:t>
          </a:r>
          <a:r>
            <a:rPr lang="en-US" b="1"/>
            <a:t>py</a:t>
          </a:r>
          <a:r>
            <a:rPr lang="en-US"/>
            <a:t> on </a:t>
          </a:r>
          <a:r>
            <a:rPr lang="en-US" b="1"/>
            <a:t>Windows</a:t>
          </a:r>
          <a:r>
            <a:rPr lang="en-US"/>
            <a:t>) in </a:t>
          </a:r>
          <a:r>
            <a:rPr lang="en-US" b="1"/>
            <a:t>terminal</a:t>
          </a:r>
          <a:endParaRPr lang="en-US"/>
        </a:p>
      </dgm:t>
    </dgm:pt>
    <dgm:pt modelId="{4C2CBF0F-EBEE-4206-BDF7-B43BECA09EC0}" type="parTrans" cxnId="{75D36A6D-AA81-4DFE-A39B-662CEB2DDD5D}">
      <dgm:prSet/>
      <dgm:spPr/>
      <dgm:t>
        <a:bodyPr/>
        <a:lstStyle/>
        <a:p>
          <a:endParaRPr lang="en-US"/>
        </a:p>
      </dgm:t>
    </dgm:pt>
    <dgm:pt modelId="{54BC9D9E-FCC4-422E-878F-4648624A6445}" type="sibTrans" cxnId="{75D36A6D-AA81-4DFE-A39B-662CEB2DDD5D}">
      <dgm:prSet/>
      <dgm:spPr/>
      <dgm:t>
        <a:bodyPr/>
        <a:lstStyle/>
        <a:p>
          <a:endParaRPr lang="en-US"/>
        </a:p>
      </dgm:t>
    </dgm:pt>
    <dgm:pt modelId="{F8D3FD37-E609-41E9-B569-991064F632B9}" type="pres">
      <dgm:prSet presAssocID="{43100B62-6B76-41B8-BEF0-A4ADE048070F}" presName="root" presStyleCnt="0">
        <dgm:presLayoutVars>
          <dgm:dir/>
          <dgm:resizeHandles val="exact"/>
        </dgm:presLayoutVars>
      </dgm:prSet>
      <dgm:spPr/>
    </dgm:pt>
    <dgm:pt modelId="{0498062A-8B9D-4BF6-B76F-0E3B765DE36C}" type="pres">
      <dgm:prSet presAssocID="{0B8C7172-478B-4E70-A204-3A3B9A654B84}" presName="compNode" presStyleCnt="0"/>
      <dgm:spPr/>
    </dgm:pt>
    <dgm:pt modelId="{6058C082-86E1-41F0-85FF-76DE83BCA16A}" type="pres">
      <dgm:prSet presAssocID="{0B8C7172-478B-4E70-A204-3A3B9A654B84}" presName="bgRect" presStyleLbl="bgShp" presStyleIdx="0" presStyleCnt="5"/>
      <dgm:spPr/>
    </dgm:pt>
    <dgm:pt modelId="{6C7BB26F-310A-4509-B345-A222C33F7124}" type="pres">
      <dgm:prSet presAssocID="{0B8C7172-478B-4E70-A204-3A3B9A654B84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49EAAEF-3ED8-4E88-AB53-A72507939FA2}" type="pres">
      <dgm:prSet presAssocID="{0B8C7172-478B-4E70-A204-3A3B9A654B84}" presName="spaceRect" presStyleCnt="0"/>
      <dgm:spPr/>
    </dgm:pt>
    <dgm:pt modelId="{726FDAD6-595E-4670-9E8E-D6392FA40DC9}" type="pres">
      <dgm:prSet presAssocID="{0B8C7172-478B-4E70-A204-3A3B9A654B84}" presName="parTx" presStyleLbl="revTx" presStyleIdx="0" presStyleCnt="5">
        <dgm:presLayoutVars>
          <dgm:chMax val="0"/>
          <dgm:chPref val="0"/>
        </dgm:presLayoutVars>
      </dgm:prSet>
      <dgm:spPr/>
    </dgm:pt>
    <dgm:pt modelId="{274FE150-9FDE-47E4-9F21-C91D8B6CB25E}" type="pres">
      <dgm:prSet presAssocID="{7DE957C9-AE27-4910-8C94-F5609A8FBC52}" presName="sibTrans" presStyleCnt="0"/>
      <dgm:spPr/>
    </dgm:pt>
    <dgm:pt modelId="{A52B235D-6D7B-431C-87C5-E8C270513445}" type="pres">
      <dgm:prSet presAssocID="{16CDAEAB-E836-4FAD-8382-3BB2E56369C4}" presName="compNode" presStyleCnt="0"/>
      <dgm:spPr/>
    </dgm:pt>
    <dgm:pt modelId="{FB92BC3C-B530-4E85-8BAC-9C4C085D6AEB}" type="pres">
      <dgm:prSet presAssocID="{16CDAEAB-E836-4FAD-8382-3BB2E56369C4}" presName="bgRect" presStyleLbl="bgShp" presStyleIdx="1" presStyleCnt="5"/>
      <dgm:spPr/>
    </dgm:pt>
    <dgm:pt modelId="{44E6C6B8-642B-4491-A6C5-F33D642227E6}" type="pres">
      <dgm:prSet presAssocID="{16CDAEAB-E836-4FAD-8382-3BB2E56369C4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27D965A6-9F62-4030-A602-BC65A435BF8D}" type="pres">
      <dgm:prSet presAssocID="{16CDAEAB-E836-4FAD-8382-3BB2E56369C4}" presName="spaceRect" presStyleCnt="0"/>
      <dgm:spPr/>
    </dgm:pt>
    <dgm:pt modelId="{E9B90B59-1B02-4929-8BE9-D5DA068F201A}" type="pres">
      <dgm:prSet presAssocID="{16CDAEAB-E836-4FAD-8382-3BB2E56369C4}" presName="parTx" presStyleLbl="revTx" presStyleIdx="1" presStyleCnt="5">
        <dgm:presLayoutVars>
          <dgm:chMax val="0"/>
          <dgm:chPref val="0"/>
        </dgm:presLayoutVars>
      </dgm:prSet>
      <dgm:spPr/>
    </dgm:pt>
    <dgm:pt modelId="{D4D8EA56-8D96-482A-96B6-5CA4EFBA4BC0}" type="pres">
      <dgm:prSet presAssocID="{84B3FB10-2B90-4C5B-927E-13FB78A705EE}" presName="sibTrans" presStyleCnt="0"/>
      <dgm:spPr/>
    </dgm:pt>
    <dgm:pt modelId="{381CE2E0-80CC-4AAE-A221-02271638801E}" type="pres">
      <dgm:prSet presAssocID="{783226CF-F3C7-4876-9E39-BD438C5B53F8}" presName="compNode" presStyleCnt="0"/>
      <dgm:spPr/>
    </dgm:pt>
    <dgm:pt modelId="{02A03625-AAAF-4CB6-B19E-276466AF0E2A}" type="pres">
      <dgm:prSet presAssocID="{783226CF-F3C7-4876-9E39-BD438C5B53F8}" presName="bgRect" presStyleLbl="bgShp" presStyleIdx="2" presStyleCnt="5"/>
      <dgm:spPr/>
    </dgm:pt>
    <dgm:pt modelId="{1E4BD100-22BE-492C-9C2A-8498370D0695}" type="pres">
      <dgm:prSet presAssocID="{783226CF-F3C7-4876-9E39-BD438C5B53F8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3905A70D-6513-44AB-A1FF-0C94B18FBD71}" type="pres">
      <dgm:prSet presAssocID="{783226CF-F3C7-4876-9E39-BD438C5B53F8}" presName="spaceRect" presStyleCnt="0"/>
      <dgm:spPr/>
    </dgm:pt>
    <dgm:pt modelId="{66520F9C-106E-46B5-9DF0-23E292A0EC3F}" type="pres">
      <dgm:prSet presAssocID="{783226CF-F3C7-4876-9E39-BD438C5B53F8}" presName="parTx" presStyleLbl="revTx" presStyleIdx="2" presStyleCnt="5">
        <dgm:presLayoutVars>
          <dgm:chMax val="0"/>
          <dgm:chPref val="0"/>
        </dgm:presLayoutVars>
      </dgm:prSet>
      <dgm:spPr/>
    </dgm:pt>
    <dgm:pt modelId="{BF56055B-AD34-44D9-8E7E-276BC9462C8E}" type="pres">
      <dgm:prSet presAssocID="{1D08AE11-E6DE-4D2C-A7C7-3B4F88A9611C}" presName="sibTrans" presStyleCnt="0"/>
      <dgm:spPr/>
    </dgm:pt>
    <dgm:pt modelId="{D3FAC8E0-8B63-44B7-9292-B2F3FEF27158}" type="pres">
      <dgm:prSet presAssocID="{670ED415-ED0F-4D27-B42B-2DE1ED1CB00E}" presName="compNode" presStyleCnt="0"/>
      <dgm:spPr/>
    </dgm:pt>
    <dgm:pt modelId="{20B3B175-10BA-4642-9FB3-48D0CB8CF39D}" type="pres">
      <dgm:prSet presAssocID="{670ED415-ED0F-4D27-B42B-2DE1ED1CB00E}" presName="bgRect" presStyleLbl="bgShp" presStyleIdx="3" presStyleCnt="5"/>
      <dgm:spPr/>
    </dgm:pt>
    <dgm:pt modelId="{AF31C262-A355-4E0A-9B3B-C08AF99AE295}" type="pres">
      <dgm:prSet presAssocID="{670ED415-ED0F-4D27-B42B-2DE1ED1CB00E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E33316B0-0451-48A5-AFAD-01D871CF7885}" type="pres">
      <dgm:prSet presAssocID="{670ED415-ED0F-4D27-B42B-2DE1ED1CB00E}" presName="spaceRect" presStyleCnt="0"/>
      <dgm:spPr/>
    </dgm:pt>
    <dgm:pt modelId="{57677719-5236-4484-A15C-13E211F7F607}" type="pres">
      <dgm:prSet presAssocID="{670ED415-ED0F-4D27-B42B-2DE1ED1CB00E}" presName="parTx" presStyleLbl="revTx" presStyleIdx="3" presStyleCnt="5">
        <dgm:presLayoutVars>
          <dgm:chMax val="0"/>
          <dgm:chPref val="0"/>
        </dgm:presLayoutVars>
      </dgm:prSet>
      <dgm:spPr/>
    </dgm:pt>
    <dgm:pt modelId="{D256B18E-6A71-4D6E-B311-53B6862DC402}" type="pres">
      <dgm:prSet presAssocID="{38C50B17-CAC4-405F-B70E-BEF0C9FDF51D}" presName="sibTrans" presStyleCnt="0"/>
      <dgm:spPr/>
    </dgm:pt>
    <dgm:pt modelId="{2911805A-6DA7-479D-8849-353C281AC58C}" type="pres">
      <dgm:prSet presAssocID="{7CC6C25C-5827-4BDF-B321-E39BCCB83DD8}" presName="compNode" presStyleCnt="0"/>
      <dgm:spPr/>
    </dgm:pt>
    <dgm:pt modelId="{7CA64F70-415A-4B81-84D9-A34887710641}" type="pres">
      <dgm:prSet presAssocID="{7CC6C25C-5827-4BDF-B321-E39BCCB83DD8}" presName="bgRect" presStyleLbl="bgShp" presStyleIdx="4" presStyleCnt="5"/>
      <dgm:spPr/>
    </dgm:pt>
    <dgm:pt modelId="{2FE2BEEB-76CA-439C-9D74-768A03E8590F}" type="pres">
      <dgm:prSet presAssocID="{7CC6C25C-5827-4BDF-B321-E39BCCB83DD8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VD player"/>
        </a:ext>
      </dgm:extLst>
    </dgm:pt>
    <dgm:pt modelId="{E64A57B9-2A72-4D6A-9A07-5FF9C1997620}" type="pres">
      <dgm:prSet presAssocID="{7CC6C25C-5827-4BDF-B321-E39BCCB83DD8}" presName="spaceRect" presStyleCnt="0"/>
      <dgm:spPr/>
    </dgm:pt>
    <dgm:pt modelId="{7527409E-A782-49AB-BC74-ED8BDAA33151}" type="pres">
      <dgm:prSet presAssocID="{7CC6C25C-5827-4BDF-B321-E39BCCB83DD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756BA323-ED6C-4C2D-9645-2A8405FC986D}" type="presOf" srcId="{43100B62-6B76-41B8-BEF0-A4ADE048070F}" destId="{F8D3FD37-E609-41E9-B569-991064F632B9}" srcOrd="0" destOrd="0" presId="urn:microsoft.com/office/officeart/2018/2/layout/IconVerticalSolidList"/>
    <dgm:cxn modelId="{5B36D32A-926D-4ED4-A1B0-D8EC86BE161E}" srcId="{43100B62-6B76-41B8-BEF0-A4ADE048070F}" destId="{670ED415-ED0F-4D27-B42B-2DE1ED1CB00E}" srcOrd="3" destOrd="0" parTransId="{9193F127-2F5E-42AD-9401-607696EFFF9D}" sibTransId="{38C50B17-CAC4-405F-B70E-BEF0C9FDF51D}"/>
    <dgm:cxn modelId="{32FD7640-36BA-4DB7-B81F-9E71246E393B}" type="presOf" srcId="{0B8C7172-478B-4E70-A204-3A3B9A654B84}" destId="{726FDAD6-595E-4670-9E8E-D6392FA40DC9}" srcOrd="0" destOrd="0" presId="urn:microsoft.com/office/officeart/2018/2/layout/IconVerticalSolidList"/>
    <dgm:cxn modelId="{B055E55D-B91F-48CC-B346-F730C0CA4AFD}" type="presOf" srcId="{783226CF-F3C7-4876-9E39-BD438C5B53F8}" destId="{66520F9C-106E-46B5-9DF0-23E292A0EC3F}" srcOrd="0" destOrd="0" presId="urn:microsoft.com/office/officeart/2018/2/layout/IconVerticalSolidList"/>
    <dgm:cxn modelId="{C7492966-C6A2-476D-95EB-013DA630665D}" type="presOf" srcId="{16CDAEAB-E836-4FAD-8382-3BB2E56369C4}" destId="{E9B90B59-1B02-4929-8BE9-D5DA068F201A}" srcOrd="0" destOrd="0" presId="urn:microsoft.com/office/officeart/2018/2/layout/IconVerticalSolidList"/>
    <dgm:cxn modelId="{75D36A6D-AA81-4DFE-A39B-662CEB2DDD5D}" srcId="{43100B62-6B76-41B8-BEF0-A4ADE048070F}" destId="{7CC6C25C-5827-4BDF-B321-E39BCCB83DD8}" srcOrd="4" destOrd="0" parTransId="{4C2CBF0F-EBEE-4206-BDF7-B43BECA09EC0}" sibTransId="{54BC9D9E-FCC4-422E-878F-4648624A6445}"/>
    <dgm:cxn modelId="{EE6CB98E-41AF-4969-80A1-5F6B4C7E0B87}" type="presOf" srcId="{670ED415-ED0F-4D27-B42B-2DE1ED1CB00E}" destId="{57677719-5236-4484-A15C-13E211F7F607}" srcOrd="0" destOrd="0" presId="urn:microsoft.com/office/officeart/2018/2/layout/IconVerticalSolidList"/>
    <dgm:cxn modelId="{6CAE14A2-AF03-4231-8233-4C2416D37853}" srcId="{43100B62-6B76-41B8-BEF0-A4ADE048070F}" destId="{0B8C7172-478B-4E70-A204-3A3B9A654B84}" srcOrd="0" destOrd="0" parTransId="{741A5BF1-7684-4A76-A597-731B77DF797A}" sibTransId="{7DE957C9-AE27-4910-8C94-F5609A8FBC52}"/>
    <dgm:cxn modelId="{2CB4A8A7-C084-43C3-A457-C65DBABFE5F4}" srcId="{43100B62-6B76-41B8-BEF0-A4ADE048070F}" destId="{783226CF-F3C7-4876-9E39-BD438C5B53F8}" srcOrd="2" destOrd="0" parTransId="{C50BC53E-6735-41E2-AD2A-72829557AD5A}" sibTransId="{1D08AE11-E6DE-4D2C-A7C7-3B4F88A9611C}"/>
    <dgm:cxn modelId="{6B4780AD-49F6-4D52-A037-16BBDF472FD1}" type="presOf" srcId="{7CC6C25C-5827-4BDF-B321-E39BCCB83DD8}" destId="{7527409E-A782-49AB-BC74-ED8BDAA33151}" srcOrd="0" destOrd="0" presId="urn:microsoft.com/office/officeart/2018/2/layout/IconVerticalSolidList"/>
    <dgm:cxn modelId="{1791CBE5-B674-448D-8058-CC42AF01CEC4}" srcId="{43100B62-6B76-41B8-BEF0-A4ADE048070F}" destId="{16CDAEAB-E836-4FAD-8382-3BB2E56369C4}" srcOrd="1" destOrd="0" parTransId="{5C7DA3A1-92D0-4FBC-AD65-002B7451A228}" sibTransId="{84B3FB10-2B90-4C5B-927E-13FB78A705EE}"/>
    <dgm:cxn modelId="{C678B771-9E25-4191-A50E-6EFFFE19DADB}" type="presParOf" srcId="{F8D3FD37-E609-41E9-B569-991064F632B9}" destId="{0498062A-8B9D-4BF6-B76F-0E3B765DE36C}" srcOrd="0" destOrd="0" presId="urn:microsoft.com/office/officeart/2018/2/layout/IconVerticalSolidList"/>
    <dgm:cxn modelId="{6829ABC6-922A-4C8E-A527-C45B50978BE9}" type="presParOf" srcId="{0498062A-8B9D-4BF6-B76F-0E3B765DE36C}" destId="{6058C082-86E1-41F0-85FF-76DE83BCA16A}" srcOrd="0" destOrd="0" presId="urn:microsoft.com/office/officeart/2018/2/layout/IconVerticalSolidList"/>
    <dgm:cxn modelId="{3D4D7C72-9010-44D2-ACEC-8BFE8483544D}" type="presParOf" srcId="{0498062A-8B9D-4BF6-B76F-0E3B765DE36C}" destId="{6C7BB26F-310A-4509-B345-A222C33F7124}" srcOrd="1" destOrd="0" presId="urn:microsoft.com/office/officeart/2018/2/layout/IconVerticalSolidList"/>
    <dgm:cxn modelId="{E520751C-CDB7-47FA-AAB4-0C5315BFDC19}" type="presParOf" srcId="{0498062A-8B9D-4BF6-B76F-0E3B765DE36C}" destId="{F49EAAEF-3ED8-4E88-AB53-A72507939FA2}" srcOrd="2" destOrd="0" presId="urn:microsoft.com/office/officeart/2018/2/layout/IconVerticalSolidList"/>
    <dgm:cxn modelId="{00BDD853-0D84-40B0-9E77-4911045D6546}" type="presParOf" srcId="{0498062A-8B9D-4BF6-B76F-0E3B765DE36C}" destId="{726FDAD6-595E-4670-9E8E-D6392FA40DC9}" srcOrd="3" destOrd="0" presId="urn:microsoft.com/office/officeart/2018/2/layout/IconVerticalSolidList"/>
    <dgm:cxn modelId="{A80A79B5-A003-4722-BE88-2370942D61D7}" type="presParOf" srcId="{F8D3FD37-E609-41E9-B569-991064F632B9}" destId="{274FE150-9FDE-47E4-9F21-C91D8B6CB25E}" srcOrd="1" destOrd="0" presId="urn:microsoft.com/office/officeart/2018/2/layout/IconVerticalSolidList"/>
    <dgm:cxn modelId="{79923876-B16C-4604-AE05-BC741751387E}" type="presParOf" srcId="{F8D3FD37-E609-41E9-B569-991064F632B9}" destId="{A52B235D-6D7B-431C-87C5-E8C270513445}" srcOrd="2" destOrd="0" presId="urn:microsoft.com/office/officeart/2018/2/layout/IconVerticalSolidList"/>
    <dgm:cxn modelId="{D8A02B7A-F9B5-472E-BB16-4D612DC9AE13}" type="presParOf" srcId="{A52B235D-6D7B-431C-87C5-E8C270513445}" destId="{FB92BC3C-B530-4E85-8BAC-9C4C085D6AEB}" srcOrd="0" destOrd="0" presId="urn:microsoft.com/office/officeart/2018/2/layout/IconVerticalSolidList"/>
    <dgm:cxn modelId="{1E882B10-07CE-4C72-8EE6-5F7E4EF5E91A}" type="presParOf" srcId="{A52B235D-6D7B-431C-87C5-E8C270513445}" destId="{44E6C6B8-642B-4491-A6C5-F33D642227E6}" srcOrd="1" destOrd="0" presId="urn:microsoft.com/office/officeart/2018/2/layout/IconVerticalSolidList"/>
    <dgm:cxn modelId="{0C0E583E-F3A2-48E5-BE7A-843B8C0BA364}" type="presParOf" srcId="{A52B235D-6D7B-431C-87C5-E8C270513445}" destId="{27D965A6-9F62-4030-A602-BC65A435BF8D}" srcOrd="2" destOrd="0" presId="urn:microsoft.com/office/officeart/2018/2/layout/IconVerticalSolidList"/>
    <dgm:cxn modelId="{7338381F-757F-44E3-AE4E-01AEA6F2367E}" type="presParOf" srcId="{A52B235D-6D7B-431C-87C5-E8C270513445}" destId="{E9B90B59-1B02-4929-8BE9-D5DA068F201A}" srcOrd="3" destOrd="0" presId="urn:microsoft.com/office/officeart/2018/2/layout/IconVerticalSolidList"/>
    <dgm:cxn modelId="{7F899D3D-0400-4D1D-B66B-C1D23DF45F3A}" type="presParOf" srcId="{F8D3FD37-E609-41E9-B569-991064F632B9}" destId="{D4D8EA56-8D96-482A-96B6-5CA4EFBA4BC0}" srcOrd="3" destOrd="0" presId="urn:microsoft.com/office/officeart/2018/2/layout/IconVerticalSolidList"/>
    <dgm:cxn modelId="{8B3FA9D7-64F8-44FC-868B-67665528E65B}" type="presParOf" srcId="{F8D3FD37-E609-41E9-B569-991064F632B9}" destId="{381CE2E0-80CC-4AAE-A221-02271638801E}" srcOrd="4" destOrd="0" presId="urn:microsoft.com/office/officeart/2018/2/layout/IconVerticalSolidList"/>
    <dgm:cxn modelId="{862E6ABF-9C53-452F-B676-1F792DE20AEA}" type="presParOf" srcId="{381CE2E0-80CC-4AAE-A221-02271638801E}" destId="{02A03625-AAAF-4CB6-B19E-276466AF0E2A}" srcOrd="0" destOrd="0" presId="urn:microsoft.com/office/officeart/2018/2/layout/IconVerticalSolidList"/>
    <dgm:cxn modelId="{1021D1F8-B747-49AA-8579-1FEDC9808FD9}" type="presParOf" srcId="{381CE2E0-80CC-4AAE-A221-02271638801E}" destId="{1E4BD100-22BE-492C-9C2A-8498370D0695}" srcOrd="1" destOrd="0" presId="urn:microsoft.com/office/officeart/2018/2/layout/IconVerticalSolidList"/>
    <dgm:cxn modelId="{1BF4D511-4913-41EA-9C56-CA020B797F9D}" type="presParOf" srcId="{381CE2E0-80CC-4AAE-A221-02271638801E}" destId="{3905A70D-6513-44AB-A1FF-0C94B18FBD71}" srcOrd="2" destOrd="0" presId="urn:microsoft.com/office/officeart/2018/2/layout/IconVerticalSolidList"/>
    <dgm:cxn modelId="{85815C3C-4F85-4424-9F32-625459DE2D01}" type="presParOf" srcId="{381CE2E0-80CC-4AAE-A221-02271638801E}" destId="{66520F9C-106E-46B5-9DF0-23E292A0EC3F}" srcOrd="3" destOrd="0" presId="urn:microsoft.com/office/officeart/2018/2/layout/IconVerticalSolidList"/>
    <dgm:cxn modelId="{237A2EAF-CBA8-49F6-862A-4B4BD950DCFD}" type="presParOf" srcId="{F8D3FD37-E609-41E9-B569-991064F632B9}" destId="{BF56055B-AD34-44D9-8E7E-276BC9462C8E}" srcOrd="5" destOrd="0" presId="urn:microsoft.com/office/officeart/2018/2/layout/IconVerticalSolidList"/>
    <dgm:cxn modelId="{3106A1C0-D46B-4B07-A954-7163C57212CB}" type="presParOf" srcId="{F8D3FD37-E609-41E9-B569-991064F632B9}" destId="{D3FAC8E0-8B63-44B7-9292-B2F3FEF27158}" srcOrd="6" destOrd="0" presId="urn:microsoft.com/office/officeart/2018/2/layout/IconVerticalSolidList"/>
    <dgm:cxn modelId="{01B541A4-DA34-4E4A-B0D7-1C5BEBCB82A0}" type="presParOf" srcId="{D3FAC8E0-8B63-44B7-9292-B2F3FEF27158}" destId="{20B3B175-10BA-4642-9FB3-48D0CB8CF39D}" srcOrd="0" destOrd="0" presId="urn:microsoft.com/office/officeart/2018/2/layout/IconVerticalSolidList"/>
    <dgm:cxn modelId="{CD0F3FFF-B62C-4282-83E6-4579FCDE147D}" type="presParOf" srcId="{D3FAC8E0-8B63-44B7-9292-B2F3FEF27158}" destId="{AF31C262-A355-4E0A-9B3B-C08AF99AE295}" srcOrd="1" destOrd="0" presId="urn:microsoft.com/office/officeart/2018/2/layout/IconVerticalSolidList"/>
    <dgm:cxn modelId="{980E38ED-A76F-4041-BD04-C804F1B3AF4C}" type="presParOf" srcId="{D3FAC8E0-8B63-44B7-9292-B2F3FEF27158}" destId="{E33316B0-0451-48A5-AFAD-01D871CF7885}" srcOrd="2" destOrd="0" presId="urn:microsoft.com/office/officeart/2018/2/layout/IconVerticalSolidList"/>
    <dgm:cxn modelId="{706A7AD4-6229-4FFC-80EB-DB52380133A6}" type="presParOf" srcId="{D3FAC8E0-8B63-44B7-9292-B2F3FEF27158}" destId="{57677719-5236-4484-A15C-13E211F7F607}" srcOrd="3" destOrd="0" presId="urn:microsoft.com/office/officeart/2018/2/layout/IconVerticalSolidList"/>
    <dgm:cxn modelId="{D9A90F51-1188-4558-94CF-595D9A7F0A0C}" type="presParOf" srcId="{F8D3FD37-E609-41E9-B569-991064F632B9}" destId="{D256B18E-6A71-4D6E-B311-53B6862DC402}" srcOrd="7" destOrd="0" presId="urn:microsoft.com/office/officeart/2018/2/layout/IconVerticalSolidList"/>
    <dgm:cxn modelId="{6BE8F63C-9305-4ADF-B45B-590A452E857A}" type="presParOf" srcId="{F8D3FD37-E609-41E9-B569-991064F632B9}" destId="{2911805A-6DA7-479D-8849-353C281AC58C}" srcOrd="8" destOrd="0" presId="urn:microsoft.com/office/officeart/2018/2/layout/IconVerticalSolidList"/>
    <dgm:cxn modelId="{1C7F07B7-C9E4-47EF-A238-FCC88B4AECEF}" type="presParOf" srcId="{2911805A-6DA7-479D-8849-353C281AC58C}" destId="{7CA64F70-415A-4B81-84D9-A34887710641}" srcOrd="0" destOrd="0" presId="urn:microsoft.com/office/officeart/2018/2/layout/IconVerticalSolidList"/>
    <dgm:cxn modelId="{56E44F1C-B31D-4053-871D-45584B09D9DA}" type="presParOf" srcId="{2911805A-6DA7-479D-8849-353C281AC58C}" destId="{2FE2BEEB-76CA-439C-9D74-768A03E8590F}" srcOrd="1" destOrd="0" presId="urn:microsoft.com/office/officeart/2018/2/layout/IconVerticalSolidList"/>
    <dgm:cxn modelId="{ECD9DF02-1FDA-41A9-9838-736C38E9A02B}" type="presParOf" srcId="{2911805A-6DA7-479D-8849-353C281AC58C}" destId="{E64A57B9-2A72-4D6A-9A07-5FF9C1997620}" srcOrd="2" destOrd="0" presId="urn:microsoft.com/office/officeart/2018/2/layout/IconVerticalSolidList"/>
    <dgm:cxn modelId="{371C9235-B42F-464E-A119-A5309E33A813}" type="presParOf" srcId="{2911805A-6DA7-479D-8849-353C281AC58C}" destId="{7527409E-A782-49AB-BC74-ED8BDAA3315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5116D85-8670-402F-A29B-05B7A68039C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AD5F408-38C1-4CC3-8E49-3FC68BD2EC9F}">
      <dgm:prSet/>
      <dgm:spPr/>
      <dgm:t>
        <a:bodyPr/>
        <a:lstStyle/>
        <a:p>
          <a:r>
            <a:rPr lang="en-US" b="1"/>
            <a:t>Best Practice          </a:t>
          </a:r>
          <a:r>
            <a:rPr lang="en-US"/>
            <a:t>–       </a:t>
          </a:r>
          <a:r>
            <a:rPr lang="en-US" b="1"/>
            <a:t>Code Folder Structure</a:t>
          </a:r>
          <a:endParaRPr lang="en-US"/>
        </a:p>
      </dgm:t>
    </dgm:pt>
    <dgm:pt modelId="{EAF5A78C-AE6A-40F4-A983-1141CF4F11EB}" type="parTrans" cxnId="{D2FB7807-76B3-4989-AC20-98B1A82185FD}">
      <dgm:prSet/>
      <dgm:spPr/>
      <dgm:t>
        <a:bodyPr/>
        <a:lstStyle/>
        <a:p>
          <a:endParaRPr lang="en-US"/>
        </a:p>
      </dgm:t>
    </dgm:pt>
    <dgm:pt modelId="{FCFFDBA8-C1C9-4945-AF37-69F73743DF82}" type="sibTrans" cxnId="{D2FB7807-76B3-4989-AC20-98B1A82185FD}">
      <dgm:prSet/>
      <dgm:spPr/>
      <dgm:t>
        <a:bodyPr/>
        <a:lstStyle/>
        <a:p>
          <a:endParaRPr lang="en-US"/>
        </a:p>
      </dgm:t>
    </dgm:pt>
    <dgm:pt modelId="{F2DE5C3D-1AC9-4B5E-B20E-06D2152EE2E7}">
      <dgm:prSet/>
      <dgm:spPr/>
      <dgm:t>
        <a:bodyPr/>
        <a:lstStyle/>
        <a:p>
          <a:r>
            <a:rPr lang="en-US"/>
            <a:t>One main code folder (e.g., </a:t>
          </a:r>
          <a:r>
            <a:rPr lang="en-US" b="1"/>
            <a:t>Myproject</a:t>
          </a:r>
          <a:r>
            <a:rPr lang="en-US"/>
            <a:t> or </a:t>
          </a:r>
          <a:r>
            <a:rPr lang="en-US" b="1"/>
            <a:t>MyPython</a:t>
          </a:r>
          <a:r>
            <a:rPr lang="en-US"/>
            <a:t>)</a:t>
          </a:r>
        </a:p>
      </dgm:t>
    </dgm:pt>
    <dgm:pt modelId="{A074DAF5-E8C0-4E12-9962-17DC1F9C2088}" type="parTrans" cxnId="{28523E89-B8C9-406A-8242-1C72B8AC90DE}">
      <dgm:prSet/>
      <dgm:spPr/>
      <dgm:t>
        <a:bodyPr/>
        <a:lstStyle/>
        <a:p>
          <a:endParaRPr lang="en-US"/>
        </a:p>
      </dgm:t>
    </dgm:pt>
    <dgm:pt modelId="{6E5E7B8D-CC46-45A7-8983-974D7E7033CF}" type="sibTrans" cxnId="{28523E89-B8C9-406A-8242-1C72B8AC90DE}">
      <dgm:prSet/>
      <dgm:spPr/>
      <dgm:t>
        <a:bodyPr/>
        <a:lstStyle/>
        <a:p>
          <a:endParaRPr lang="en-US"/>
        </a:p>
      </dgm:t>
    </dgm:pt>
    <dgm:pt modelId="{379BF685-6104-4955-A45E-57A88F5BD56E}">
      <dgm:prSet/>
      <dgm:spPr/>
      <dgm:t>
        <a:bodyPr/>
        <a:lstStyle/>
        <a:p>
          <a:r>
            <a:rPr lang="en-US" b="1"/>
            <a:t>Inside it </a:t>
          </a:r>
          <a:r>
            <a:rPr lang="en-US"/>
            <a:t>→ per-chapter subfolders (</a:t>
          </a:r>
          <a:r>
            <a:rPr lang="en-US" b="1"/>
            <a:t>Chapter03, Chapter04, …)</a:t>
          </a:r>
          <a:endParaRPr lang="en-US"/>
        </a:p>
      </dgm:t>
    </dgm:pt>
    <dgm:pt modelId="{85E0D4C1-4C27-4ED8-886B-ECA985DE799A}" type="parTrans" cxnId="{14977B0F-0E17-4A8B-A87E-FB49E48553BB}">
      <dgm:prSet/>
      <dgm:spPr/>
      <dgm:t>
        <a:bodyPr/>
        <a:lstStyle/>
        <a:p>
          <a:endParaRPr lang="en-US"/>
        </a:p>
      </dgm:t>
    </dgm:pt>
    <dgm:pt modelId="{CBF993F5-E1E5-495E-8FD5-A93053844500}" type="sibTrans" cxnId="{14977B0F-0E17-4A8B-A87E-FB49E48553BB}">
      <dgm:prSet/>
      <dgm:spPr/>
      <dgm:t>
        <a:bodyPr/>
        <a:lstStyle/>
        <a:p>
          <a:endParaRPr lang="en-US"/>
        </a:p>
      </dgm:t>
    </dgm:pt>
    <dgm:pt modelId="{C08B73A4-47BF-4C95-BD4D-BFC2AF3F9BCC}">
      <dgm:prSet/>
      <dgm:spPr/>
      <dgm:t>
        <a:bodyPr/>
        <a:lstStyle/>
        <a:p>
          <a:r>
            <a:rPr lang="en-US" b="1"/>
            <a:t>Why?</a:t>
          </a:r>
          <a:endParaRPr lang="en-US"/>
        </a:p>
      </dgm:t>
    </dgm:pt>
    <dgm:pt modelId="{8921C927-C63A-4333-8CCA-E498DF15BDFE}" type="parTrans" cxnId="{F8F0860A-81B3-4EC3-B098-655AB2D7284B}">
      <dgm:prSet/>
      <dgm:spPr/>
      <dgm:t>
        <a:bodyPr/>
        <a:lstStyle/>
        <a:p>
          <a:endParaRPr lang="en-US"/>
        </a:p>
      </dgm:t>
    </dgm:pt>
    <dgm:pt modelId="{FE6CCD87-DD34-426F-B3C2-929358A4D5D2}" type="sibTrans" cxnId="{F8F0860A-81B3-4EC3-B098-655AB2D7284B}">
      <dgm:prSet/>
      <dgm:spPr/>
      <dgm:t>
        <a:bodyPr/>
        <a:lstStyle/>
        <a:p>
          <a:endParaRPr lang="en-US"/>
        </a:p>
      </dgm:t>
    </dgm:pt>
    <dgm:pt modelId="{1F57275B-773E-4D40-8D30-75FD05B7D692}">
      <dgm:prSet/>
      <dgm:spPr/>
      <dgm:t>
        <a:bodyPr/>
        <a:lstStyle/>
        <a:p>
          <a:r>
            <a:rPr lang="en-US"/>
            <a:t>Keeps work organized</a:t>
          </a:r>
        </a:p>
      </dgm:t>
    </dgm:pt>
    <dgm:pt modelId="{17C02D15-7759-46FA-8F11-0FEF843C4DD5}" type="parTrans" cxnId="{D5D0D0E9-5BBA-4B63-A28D-66853B76DE74}">
      <dgm:prSet/>
      <dgm:spPr/>
      <dgm:t>
        <a:bodyPr/>
        <a:lstStyle/>
        <a:p>
          <a:endParaRPr lang="en-US"/>
        </a:p>
      </dgm:t>
    </dgm:pt>
    <dgm:pt modelId="{2EBA3B6C-1C7B-4580-8E3A-03B801881922}" type="sibTrans" cxnId="{D5D0D0E9-5BBA-4B63-A28D-66853B76DE74}">
      <dgm:prSet/>
      <dgm:spPr/>
      <dgm:t>
        <a:bodyPr/>
        <a:lstStyle/>
        <a:p>
          <a:endParaRPr lang="en-US"/>
        </a:p>
      </dgm:t>
    </dgm:pt>
    <dgm:pt modelId="{F765DE8D-7CFC-41E6-B81F-1E190F28FC40}">
      <dgm:prSet/>
      <dgm:spPr/>
      <dgm:t>
        <a:bodyPr/>
        <a:lstStyle/>
        <a:p>
          <a:r>
            <a:rPr lang="en-US"/>
            <a:t>Makes import statements work without extra settings</a:t>
          </a:r>
        </a:p>
      </dgm:t>
    </dgm:pt>
    <dgm:pt modelId="{1D8287D1-DDEF-440D-8A05-75E1478146E4}" type="parTrans" cxnId="{C97735D4-47EA-4599-97C8-52F9D25D74FA}">
      <dgm:prSet/>
      <dgm:spPr/>
      <dgm:t>
        <a:bodyPr/>
        <a:lstStyle/>
        <a:p>
          <a:endParaRPr lang="en-US"/>
        </a:p>
      </dgm:t>
    </dgm:pt>
    <dgm:pt modelId="{3B4088FB-D10E-447E-B38B-B238C84DC1BA}" type="sibTrans" cxnId="{C97735D4-47EA-4599-97C8-52F9D25D74FA}">
      <dgm:prSet/>
      <dgm:spPr/>
      <dgm:t>
        <a:bodyPr/>
        <a:lstStyle/>
        <a:p>
          <a:endParaRPr lang="en-US"/>
        </a:p>
      </dgm:t>
    </dgm:pt>
    <dgm:pt modelId="{B97B8BA9-DCEF-45CA-B250-218F4B1F5AA7}">
      <dgm:prSet/>
      <dgm:spPr/>
      <dgm:t>
        <a:bodyPr/>
        <a:lstStyle/>
        <a:p>
          <a:r>
            <a:rPr lang="en-US"/>
            <a:t>Avoids filename clashes</a:t>
          </a:r>
        </a:p>
      </dgm:t>
    </dgm:pt>
    <dgm:pt modelId="{898AF42F-1F03-4CD6-A87E-4428110B3518}" type="parTrans" cxnId="{6F8B18AE-B0BC-4055-BE78-E2E483CD29E3}">
      <dgm:prSet/>
      <dgm:spPr/>
      <dgm:t>
        <a:bodyPr/>
        <a:lstStyle/>
        <a:p>
          <a:endParaRPr lang="en-US"/>
        </a:p>
      </dgm:t>
    </dgm:pt>
    <dgm:pt modelId="{F31AC06C-5574-4272-A0A1-BC1ECC283EC1}" type="sibTrans" cxnId="{6F8B18AE-B0BC-4055-BE78-E2E483CD29E3}">
      <dgm:prSet/>
      <dgm:spPr/>
      <dgm:t>
        <a:bodyPr/>
        <a:lstStyle/>
        <a:p>
          <a:endParaRPr lang="en-US"/>
        </a:p>
      </dgm:t>
    </dgm:pt>
    <dgm:pt modelId="{76EDED85-F677-2C49-97B3-AA3E1E8D4A7D}" type="pres">
      <dgm:prSet presAssocID="{B5116D85-8670-402F-A29B-05B7A68039C3}" presName="vert0" presStyleCnt="0">
        <dgm:presLayoutVars>
          <dgm:dir/>
          <dgm:animOne val="branch"/>
          <dgm:animLvl val="lvl"/>
        </dgm:presLayoutVars>
      </dgm:prSet>
      <dgm:spPr/>
    </dgm:pt>
    <dgm:pt modelId="{D3AC0416-730B-6647-8FF9-EDF7F690ADFD}" type="pres">
      <dgm:prSet presAssocID="{FAD5F408-38C1-4CC3-8E49-3FC68BD2EC9F}" presName="thickLine" presStyleLbl="alignNode1" presStyleIdx="0" presStyleCnt="7"/>
      <dgm:spPr/>
    </dgm:pt>
    <dgm:pt modelId="{00BD0DF3-BCF3-FF41-8283-EDA90B9B768D}" type="pres">
      <dgm:prSet presAssocID="{FAD5F408-38C1-4CC3-8E49-3FC68BD2EC9F}" presName="horz1" presStyleCnt="0"/>
      <dgm:spPr/>
    </dgm:pt>
    <dgm:pt modelId="{4153FF8F-1A12-8A4E-B156-BED75BDFD7CA}" type="pres">
      <dgm:prSet presAssocID="{FAD5F408-38C1-4CC3-8E49-3FC68BD2EC9F}" presName="tx1" presStyleLbl="revTx" presStyleIdx="0" presStyleCnt="7"/>
      <dgm:spPr/>
    </dgm:pt>
    <dgm:pt modelId="{EBDF630E-C525-0B4C-B0E6-300EA123FD5B}" type="pres">
      <dgm:prSet presAssocID="{FAD5F408-38C1-4CC3-8E49-3FC68BD2EC9F}" presName="vert1" presStyleCnt="0"/>
      <dgm:spPr/>
    </dgm:pt>
    <dgm:pt modelId="{E429912C-00A5-1A40-A7E4-4EFF97A1E919}" type="pres">
      <dgm:prSet presAssocID="{F2DE5C3D-1AC9-4B5E-B20E-06D2152EE2E7}" presName="thickLine" presStyleLbl="alignNode1" presStyleIdx="1" presStyleCnt="7"/>
      <dgm:spPr/>
    </dgm:pt>
    <dgm:pt modelId="{B44CED88-788E-5D4D-B5A6-1151BCC93ABF}" type="pres">
      <dgm:prSet presAssocID="{F2DE5C3D-1AC9-4B5E-B20E-06D2152EE2E7}" presName="horz1" presStyleCnt="0"/>
      <dgm:spPr/>
    </dgm:pt>
    <dgm:pt modelId="{BABB9890-A1DD-D645-BCDC-CB05A201DA46}" type="pres">
      <dgm:prSet presAssocID="{F2DE5C3D-1AC9-4B5E-B20E-06D2152EE2E7}" presName="tx1" presStyleLbl="revTx" presStyleIdx="1" presStyleCnt="7"/>
      <dgm:spPr/>
    </dgm:pt>
    <dgm:pt modelId="{F043884A-C60E-D049-9725-C6D0B6AA607B}" type="pres">
      <dgm:prSet presAssocID="{F2DE5C3D-1AC9-4B5E-B20E-06D2152EE2E7}" presName="vert1" presStyleCnt="0"/>
      <dgm:spPr/>
    </dgm:pt>
    <dgm:pt modelId="{84E904E7-9B41-2B4E-98A5-6C47436C8A4A}" type="pres">
      <dgm:prSet presAssocID="{379BF685-6104-4955-A45E-57A88F5BD56E}" presName="thickLine" presStyleLbl="alignNode1" presStyleIdx="2" presStyleCnt="7"/>
      <dgm:spPr/>
    </dgm:pt>
    <dgm:pt modelId="{EF5553BC-F279-CB4D-90FA-F61435AF9DA3}" type="pres">
      <dgm:prSet presAssocID="{379BF685-6104-4955-A45E-57A88F5BD56E}" presName="horz1" presStyleCnt="0"/>
      <dgm:spPr/>
    </dgm:pt>
    <dgm:pt modelId="{A93DC187-A317-5648-837F-64A2C3D32FDE}" type="pres">
      <dgm:prSet presAssocID="{379BF685-6104-4955-A45E-57A88F5BD56E}" presName="tx1" presStyleLbl="revTx" presStyleIdx="2" presStyleCnt="7"/>
      <dgm:spPr/>
    </dgm:pt>
    <dgm:pt modelId="{86471E4F-FDC0-E940-98AF-C0941BDACDA6}" type="pres">
      <dgm:prSet presAssocID="{379BF685-6104-4955-A45E-57A88F5BD56E}" presName="vert1" presStyleCnt="0"/>
      <dgm:spPr/>
    </dgm:pt>
    <dgm:pt modelId="{035D751B-5BFF-464A-BE7D-D83CAFA70C1E}" type="pres">
      <dgm:prSet presAssocID="{C08B73A4-47BF-4C95-BD4D-BFC2AF3F9BCC}" presName="thickLine" presStyleLbl="alignNode1" presStyleIdx="3" presStyleCnt="7"/>
      <dgm:spPr/>
    </dgm:pt>
    <dgm:pt modelId="{A5AE6E2B-C40C-9540-919F-79AE7123AEC9}" type="pres">
      <dgm:prSet presAssocID="{C08B73A4-47BF-4C95-BD4D-BFC2AF3F9BCC}" presName="horz1" presStyleCnt="0"/>
      <dgm:spPr/>
    </dgm:pt>
    <dgm:pt modelId="{3F6D1C68-46EF-2C4F-B79E-18E116AF8AA8}" type="pres">
      <dgm:prSet presAssocID="{C08B73A4-47BF-4C95-BD4D-BFC2AF3F9BCC}" presName="tx1" presStyleLbl="revTx" presStyleIdx="3" presStyleCnt="7"/>
      <dgm:spPr/>
    </dgm:pt>
    <dgm:pt modelId="{5371D1AF-A5BF-7D40-8FCC-7417976774B2}" type="pres">
      <dgm:prSet presAssocID="{C08B73A4-47BF-4C95-BD4D-BFC2AF3F9BCC}" presName="vert1" presStyleCnt="0"/>
      <dgm:spPr/>
    </dgm:pt>
    <dgm:pt modelId="{4E633836-794F-BE4C-8FCE-4147B5DF9E5D}" type="pres">
      <dgm:prSet presAssocID="{1F57275B-773E-4D40-8D30-75FD05B7D692}" presName="thickLine" presStyleLbl="alignNode1" presStyleIdx="4" presStyleCnt="7"/>
      <dgm:spPr/>
    </dgm:pt>
    <dgm:pt modelId="{67EED6B2-4581-3F4E-965D-406A38207764}" type="pres">
      <dgm:prSet presAssocID="{1F57275B-773E-4D40-8D30-75FD05B7D692}" presName="horz1" presStyleCnt="0"/>
      <dgm:spPr/>
    </dgm:pt>
    <dgm:pt modelId="{39777D2E-7A39-F64A-A590-F3FE989C4325}" type="pres">
      <dgm:prSet presAssocID="{1F57275B-773E-4D40-8D30-75FD05B7D692}" presName="tx1" presStyleLbl="revTx" presStyleIdx="4" presStyleCnt="7"/>
      <dgm:spPr/>
    </dgm:pt>
    <dgm:pt modelId="{F5FE89B6-BB1E-C54E-A2DD-458284CE154B}" type="pres">
      <dgm:prSet presAssocID="{1F57275B-773E-4D40-8D30-75FD05B7D692}" presName="vert1" presStyleCnt="0"/>
      <dgm:spPr/>
    </dgm:pt>
    <dgm:pt modelId="{9D9198F9-EF56-5C4B-B104-6953CF21FD74}" type="pres">
      <dgm:prSet presAssocID="{F765DE8D-7CFC-41E6-B81F-1E190F28FC40}" presName="thickLine" presStyleLbl="alignNode1" presStyleIdx="5" presStyleCnt="7"/>
      <dgm:spPr/>
    </dgm:pt>
    <dgm:pt modelId="{995908B8-356E-814C-A60D-B1CE3844F3C5}" type="pres">
      <dgm:prSet presAssocID="{F765DE8D-7CFC-41E6-B81F-1E190F28FC40}" presName="horz1" presStyleCnt="0"/>
      <dgm:spPr/>
    </dgm:pt>
    <dgm:pt modelId="{8E46AA63-1762-6F4A-9497-B4C444D31F4E}" type="pres">
      <dgm:prSet presAssocID="{F765DE8D-7CFC-41E6-B81F-1E190F28FC40}" presName="tx1" presStyleLbl="revTx" presStyleIdx="5" presStyleCnt="7"/>
      <dgm:spPr/>
    </dgm:pt>
    <dgm:pt modelId="{02B2FB89-FD3D-994B-BABD-6B4C6BF661A8}" type="pres">
      <dgm:prSet presAssocID="{F765DE8D-7CFC-41E6-B81F-1E190F28FC40}" presName="vert1" presStyleCnt="0"/>
      <dgm:spPr/>
    </dgm:pt>
    <dgm:pt modelId="{F281C5B6-B99B-BF40-B3AE-C42D471CEB73}" type="pres">
      <dgm:prSet presAssocID="{B97B8BA9-DCEF-45CA-B250-218F4B1F5AA7}" presName="thickLine" presStyleLbl="alignNode1" presStyleIdx="6" presStyleCnt="7"/>
      <dgm:spPr/>
    </dgm:pt>
    <dgm:pt modelId="{BB494701-A6C0-7047-8CF3-FFF3CB26E996}" type="pres">
      <dgm:prSet presAssocID="{B97B8BA9-DCEF-45CA-B250-218F4B1F5AA7}" presName="horz1" presStyleCnt="0"/>
      <dgm:spPr/>
    </dgm:pt>
    <dgm:pt modelId="{BFAB7A16-C00A-A248-A1A9-CD26D403D753}" type="pres">
      <dgm:prSet presAssocID="{B97B8BA9-DCEF-45CA-B250-218F4B1F5AA7}" presName="tx1" presStyleLbl="revTx" presStyleIdx="6" presStyleCnt="7"/>
      <dgm:spPr/>
    </dgm:pt>
    <dgm:pt modelId="{F26A0817-8D43-344D-A283-9B011ACEA371}" type="pres">
      <dgm:prSet presAssocID="{B97B8BA9-DCEF-45CA-B250-218F4B1F5AA7}" presName="vert1" presStyleCnt="0"/>
      <dgm:spPr/>
    </dgm:pt>
  </dgm:ptLst>
  <dgm:cxnLst>
    <dgm:cxn modelId="{6EDE8603-B912-B348-9774-56476D550D5B}" type="presOf" srcId="{379BF685-6104-4955-A45E-57A88F5BD56E}" destId="{A93DC187-A317-5648-837F-64A2C3D32FDE}" srcOrd="0" destOrd="0" presId="urn:microsoft.com/office/officeart/2008/layout/LinedList"/>
    <dgm:cxn modelId="{D2FB7807-76B3-4989-AC20-98B1A82185FD}" srcId="{B5116D85-8670-402F-A29B-05B7A68039C3}" destId="{FAD5F408-38C1-4CC3-8E49-3FC68BD2EC9F}" srcOrd="0" destOrd="0" parTransId="{EAF5A78C-AE6A-40F4-A983-1141CF4F11EB}" sibTransId="{FCFFDBA8-C1C9-4945-AF37-69F73743DF82}"/>
    <dgm:cxn modelId="{F8F0860A-81B3-4EC3-B098-655AB2D7284B}" srcId="{B5116D85-8670-402F-A29B-05B7A68039C3}" destId="{C08B73A4-47BF-4C95-BD4D-BFC2AF3F9BCC}" srcOrd="3" destOrd="0" parTransId="{8921C927-C63A-4333-8CCA-E498DF15BDFE}" sibTransId="{FE6CCD87-DD34-426F-B3C2-929358A4D5D2}"/>
    <dgm:cxn modelId="{14977B0F-0E17-4A8B-A87E-FB49E48553BB}" srcId="{B5116D85-8670-402F-A29B-05B7A68039C3}" destId="{379BF685-6104-4955-A45E-57A88F5BD56E}" srcOrd="2" destOrd="0" parTransId="{85E0D4C1-4C27-4ED8-886B-ECA985DE799A}" sibTransId="{CBF993F5-E1E5-495E-8FD5-A93053844500}"/>
    <dgm:cxn modelId="{3D6EF010-8A8A-D24B-A362-80C5DD84ED3B}" type="presOf" srcId="{F765DE8D-7CFC-41E6-B81F-1E190F28FC40}" destId="{8E46AA63-1762-6F4A-9497-B4C444D31F4E}" srcOrd="0" destOrd="0" presId="urn:microsoft.com/office/officeart/2008/layout/LinedList"/>
    <dgm:cxn modelId="{7833F42D-23B0-F445-A7D5-DBED264E7584}" type="presOf" srcId="{1F57275B-773E-4D40-8D30-75FD05B7D692}" destId="{39777D2E-7A39-F64A-A590-F3FE989C4325}" srcOrd="0" destOrd="0" presId="urn:microsoft.com/office/officeart/2008/layout/LinedList"/>
    <dgm:cxn modelId="{2883C773-DBC4-F545-AFEC-8EDDD8C871D4}" type="presOf" srcId="{FAD5F408-38C1-4CC3-8E49-3FC68BD2EC9F}" destId="{4153FF8F-1A12-8A4E-B156-BED75BDFD7CA}" srcOrd="0" destOrd="0" presId="urn:microsoft.com/office/officeart/2008/layout/LinedList"/>
    <dgm:cxn modelId="{28523E89-B8C9-406A-8242-1C72B8AC90DE}" srcId="{B5116D85-8670-402F-A29B-05B7A68039C3}" destId="{F2DE5C3D-1AC9-4B5E-B20E-06D2152EE2E7}" srcOrd="1" destOrd="0" parTransId="{A074DAF5-E8C0-4E12-9962-17DC1F9C2088}" sibTransId="{6E5E7B8D-CC46-45A7-8983-974D7E7033CF}"/>
    <dgm:cxn modelId="{F89C9398-FB71-8545-BBAF-4802057DE6F3}" type="presOf" srcId="{F2DE5C3D-1AC9-4B5E-B20E-06D2152EE2E7}" destId="{BABB9890-A1DD-D645-BCDC-CB05A201DA46}" srcOrd="0" destOrd="0" presId="urn:microsoft.com/office/officeart/2008/layout/LinedList"/>
    <dgm:cxn modelId="{6F8B18AE-B0BC-4055-BE78-E2E483CD29E3}" srcId="{B5116D85-8670-402F-A29B-05B7A68039C3}" destId="{B97B8BA9-DCEF-45CA-B250-218F4B1F5AA7}" srcOrd="6" destOrd="0" parTransId="{898AF42F-1F03-4CD6-A87E-4428110B3518}" sibTransId="{F31AC06C-5574-4272-A0A1-BC1ECC283EC1}"/>
    <dgm:cxn modelId="{C97735D4-47EA-4599-97C8-52F9D25D74FA}" srcId="{B5116D85-8670-402F-A29B-05B7A68039C3}" destId="{F765DE8D-7CFC-41E6-B81F-1E190F28FC40}" srcOrd="5" destOrd="0" parTransId="{1D8287D1-DDEF-440D-8A05-75E1478146E4}" sibTransId="{3B4088FB-D10E-447E-B38B-B238C84DC1BA}"/>
    <dgm:cxn modelId="{9C0BEDDD-2AE6-E844-9966-0900F8B067D4}" type="presOf" srcId="{C08B73A4-47BF-4C95-BD4D-BFC2AF3F9BCC}" destId="{3F6D1C68-46EF-2C4F-B79E-18E116AF8AA8}" srcOrd="0" destOrd="0" presId="urn:microsoft.com/office/officeart/2008/layout/LinedList"/>
    <dgm:cxn modelId="{FD547CE3-45AD-F343-962B-4FC1F02A32AD}" type="presOf" srcId="{B97B8BA9-DCEF-45CA-B250-218F4B1F5AA7}" destId="{BFAB7A16-C00A-A248-A1A9-CD26D403D753}" srcOrd="0" destOrd="0" presId="urn:microsoft.com/office/officeart/2008/layout/LinedList"/>
    <dgm:cxn modelId="{D5D0D0E9-5BBA-4B63-A28D-66853B76DE74}" srcId="{B5116D85-8670-402F-A29B-05B7A68039C3}" destId="{1F57275B-773E-4D40-8D30-75FD05B7D692}" srcOrd="4" destOrd="0" parTransId="{17C02D15-7759-46FA-8F11-0FEF843C4DD5}" sibTransId="{2EBA3B6C-1C7B-4580-8E3A-03B801881922}"/>
    <dgm:cxn modelId="{9D9332ED-7BF5-904A-B043-843690CB2FBE}" type="presOf" srcId="{B5116D85-8670-402F-A29B-05B7A68039C3}" destId="{76EDED85-F677-2C49-97B3-AA3E1E8D4A7D}" srcOrd="0" destOrd="0" presId="urn:microsoft.com/office/officeart/2008/layout/LinedList"/>
    <dgm:cxn modelId="{31C4E3DC-E636-4744-B74B-E3EA1404B900}" type="presParOf" srcId="{76EDED85-F677-2C49-97B3-AA3E1E8D4A7D}" destId="{D3AC0416-730B-6647-8FF9-EDF7F690ADFD}" srcOrd="0" destOrd="0" presId="urn:microsoft.com/office/officeart/2008/layout/LinedList"/>
    <dgm:cxn modelId="{D6C1DB48-6C03-0B4C-8DB8-8D6D25C4EFB3}" type="presParOf" srcId="{76EDED85-F677-2C49-97B3-AA3E1E8D4A7D}" destId="{00BD0DF3-BCF3-FF41-8283-EDA90B9B768D}" srcOrd="1" destOrd="0" presId="urn:microsoft.com/office/officeart/2008/layout/LinedList"/>
    <dgm:cxn modelId="{E46A3CDE-53CE-3542-A759-647CD9D523B2}" type="presParOf" srcId="{00BD0DF3-BCF3-FF41-8283-EDA90B9B768D}" destId="{4153FF8F-1A12-8A4E-B156-BED75BDFD7CA}" srcOrd="0" destOrd="0" presId="urn:microsoft.com/office/officeart/2008/layout/LinedList"/>
    <dgm:cxn modelId="{E83D0B3C-37B8-EA48-8302-B8EC878CBC4A}" type="presParOf" srcId="{00BD0DF3-BCF3-FF41-8283-EDA90B9B768D}" destId="{EBDF630E-C525-0B4C-B0E6-300EA123FD5B}" srcOrd="1" destOrd="0" presId="urn:microsoft.com/office/officeart/2008/layout/LinedList"/>
    <dgm:cxn modelId="{7E3D6A01-2CB4-5F4C-A294-E8D2EF4BE5BD}" type="presParOf" srcId="{76EDED85-F677-2C49-97B3-AA3E1E8D4A7D}" destId="{E429912C-00A5-1A40-A7E4-4EFF97A1E919}" srcOrd="2" destOrd="0" presId="urn:microsoft.com/office/officeart/2008/layout/LinedList"/>
    <dgm:cxn modelId="{99198367-F34B-0F4B-A709-A7D1206D7FCD}" type="presParOf" srcId="{76EDED85-F677-2C49-97B3-AA3E1E8D4A7D}" destId="{B44CED88-788E-5D4D-B5A6-1151BCC93ABF}" srcOrd="3" destOrd="0" presId="urn:microsoft.com/office/officeart/2008/layout/LinedList"/>
    <dgm:cxn modelId="{6905B37A-DB2A-8E49-A7D5-CE43096E3672}" type="presParOf" srcId="{B44CED88-788E-5D4D-B5A6-1151BCC93ABF}" destId="{BABB9890-A1DD-D645-BCDC-CB05A201DA46}" srcOrd="0" destOrd="0" presId="urn:microsoft.com/office/officeart/2008/layout/LinedList"/>
    <dgm:cxn modelId="{9252AC37-4E9D-F240-B1A6-7CA46CA62537}" type="presParOf" srcId="{B44CED88-788E-5D4D-B5A6-1151BCC93ABF}" destId="{F043884A-C60E-D049-9725-C6D0B6AA607B}" srcOrd="1" destOrd="0" presId="urn:microsoft.com/office/officeart/2008/layout/LinedList"/>
    <dgm:cxn modelId="{E5079442-11BF-5F44-ACC5-B54E3362CECA}" type="presParOf" srcId="{76EDED85-F677-2C49-97B3-AA3E1E8D4A7D}" destId="{84E904E7-9B41-2B4E-98A5-6C47436C8A4A}" srcOrd="4" destOrd="0" presId="urn:microsoft.com/office/officeart/2008/layout/LinedList"/>
    <dgm:cxn modelId="{6514564C-9C02-6543-A4B9-9F2D6C939C9C}" type="presParOf" srcId="{76EDED85-F677-2C49-97B3-AA3E1E8D4A7D}" destId="{EF5553BC-F279-CB4D-90FA-F61435AF9DA3}" srcOrd="5" destOrd="0" presId="urn:microsoft.com/office/officeart/2008/layout/LinedList"/>
    <dgm:cxn modelId="{637EC4D4-220D-B342-9C3F-7A325B1453CE}" type="presParOf" srcId="{EF5553BC-F279-CB4D-90FA-F61435AF9DA3}" destId="{A93DC187-A317-5648-837F-64A2C3D32FDE}" srcOrd="0" destOrd="0" presId="urn:microsoft.com/office/officeart/2008/layout/LinedList"/>
    <dgm:cxn modelId="{62D92686-52AB-7D40-A670-D535BCDA2299}" type="presParOf" srcId="{EF5553BC-F279-CB4D-90FA-F61435AF9DA3}" destId="{86471E4F-FDC0-E940-98AF-C0941BDACDA6}" srcOrd="1" destOrd="0" presId="urn:microsoft.com/office/officeart/2008/layout/LinedList"/>
    <dgm:cxn modelId="{36664108-138E-4E4F-976B-60138EED6A89}" type="presParOf" srcId="{76EDED85-F677-2C49-97B3-AA3E1E8D4A7D}" destId="{035D751B-5BFF-464A-BE7D-D83CAFA70C1E}" srcOrd="6" destOrd="0" presId="urn:microsoft.com/office/officeart/2008/layout/LinedList"/>
    <dgm:cxn modelId="{5A6604B9-6828-F54B-A119-BB754CA729F2}" type="presParOf" srcId="{76EDED85-F677-2C49-97B3-AA3E1E8D4A7D}" destId="{A5AE6E2B-C40C-9540-919F-79AE7123AEC9}" srcOrd="7" destOrd="0" presId="urn:microsoft.com/office/officeart/2008/layout/LinedList"/>
    <dgm:cxn modelId="{3F0F1E14-AC3F-5848-979B-B3955DB7645E}" type="presParOf" srcId="{A5AE6E2B-C40C-9540-919F-79AE7123AEC9}" destId="{3F6D1C68-46EF-2C4F-B79E-18E116AF8AA8}" srcOrd="0" destOrd="0" presId="urn:microsoft.com/office/officeart/2008/layout/LinedList"/>
    <dgm:cxn modelId="{A1652D80-6505-6546-9BF0-0DC0074243AC}" type="presParOf" srcId="{A5AE6E2B-C40C-9540-919F-79AE7123AEC9}" destId="{5371D1AF-A5BF-7D40-8FCC-7417976774B2}" srcOrd="1" destOrd="0" presId="urn:microsoft.com/office/officeart/2008/layout/LinedList"/>
    <dgm:cxn modelId="{A8A1C82D-2B35-A045-BF69-9F9F2E7AB76F}" type="presParOf" srcId="{76EDED85-F677-2C49-97B3-AA3E1E8D4A7D}" destId="{4E633836-794F-BE4C-8FCE-4147B5DF9E5D}" srcOrd="8" destOrd="0" presId="urn:microsoft.com/office/officeart/2008/layout/LinedList"/>
    <dgm:cxn modelId="{AE0204EC-B6F1-C24A-B421-0EBE36FEE40E}" type="presParOf" srcId="{76EDED85-F677-2C49-97B3-AA3E1E8D4A7D}" destId="{67EED6B2-4581-3F4E-965D-406A38207764}" srcOrd="9" destOrd="0" presId="urn:microsoft.com/office/officeart/2008/layout/LinedList"/>
    <dgm:cxn modelId="{5827FE79-6D0D-DB4C-B44F-E3417B911FE6}" type="presParOf" srcId="{67EED6B2-4581-3F4E-965D-406A38207764}" destId="{39777D2E-7A39-F64A-A590-F3FE989C4325}" srcOrd="0" destOrd="0" presId="urn:microsoft.com/office/officeart/2008/layout/LinedList"/>
    <dgm:cxn modelId="{4C2B71B0-B89C-2E49-A1A4-CB48FD12C77D}" type="presParOf" srcId="{67EED6B2-4581-3F4E-965D-406A38207764}" destId="{F5FE89B6-BB1E-C54E-A2DD-458284CE154B}" srcOrd="1" destOrd="0" presId="urn:microsoft.com/office/officeart/2008/layout/LinedList"/>
    <dgm:cxn modelId="{CE5E9107-89A0-984F-8A26-38B864E0A700}" type="presParOf" srcId="{76EDED85-F677-2C49-97B3-AA3E1E8D4A7D}" destId="{9D9198F9-EF56-5C4B-B104-6953CF21FD74}" srcOrd="10" destOrd="0" presId="urn:microsoft.com/office/officeart/2008/layout/LinedList"/>
    <dgm:cxn modelId="{E8B549E6-47F8-5042-9E3C-1ADE364EA4D5}" type="presParOf" srcId="{76EDED85-F677-2C49-97B3-AA3E1E8D4A7D}" destId="{995908B8-356E-814C-A60D-B1CE3844F3C5}" srcOrd="11" destOrd="0" presId="urn:microsoft.com/office/officeart/2008/layout/LinedList"/>
    <dgm:cxn modelId="{1B5B940F-90BD-B249-91C3-1C275297BC69}" type="presParOf" srcId="{995908B8-356E-814C-A60D-B1CE3844F3C5}" destId="{8E46AA63-1762-6F4A-9497-B4C444D31F4E}" srcOrd="0" destOrd="0" presId="urn:microsoft.com/office/officeart/2008/layout/LinedList"/>
    <dgm:cxn modelId="{94D2D635-B37E-0846-B43C-FAF868D22F25}" type="presParOf" srcId="{995908B8-356E-814C-A60D-B1CE3844F3C5}" destId="{02B2FB89-FD3D-994B-BABD-6B4C6BF661A8}" srcOrd="1" destOrd="0" presId="urn:microsoft.com/office/officeart/2008/layout/LinedList"/>
    <dgm:cxn modelId="{F5F9C2B5-D452-6548-BF87-04300CF87113}" type="presParOf" srcId="{76EDED85-F677-2C49-97B3-AA3E1E8D4A7D}" destId="{F281C5B6-B99B-BF40-B3AE-C42D471CEB73}" srcOrd="12" destOrd="0" presId="urn:microsoft.com/office/officeart/2008/layout/LinedList"/>
    <dgm:cxn modelId="{99FE0585-509D-DF48-B71C-B2ADF41C72F8}" type="presParOf" srcId="{76EDED85-F677-2C49-97B3-AA3E1E8D4A7D}" destId="{BB494701-A6C0-7047-8CF3-FFF3CB26E996}" srcOrd="13" destOrd="0" presId="urn:microsoft.com/office/officeart/2008/layout/LinedList"/>
    <dgm:cxn modelId="{31F54CC8-33E9-CA4E-96A6-AFB978091E40}" type="presParOf" srcId="{BB494701-A6C0-7047-8CF3-FFF3CB26E996}" destId="{BFAB7A16-C00A-A248-A1A9-CD26D403D753}" srcOrd="0" destOrd="0" presId="urn:microsoft.com/office/officeart/2008/layout/LinedList"/>
    <dgm:cxn modelId="{FDC0570D-B127-D540-8EB6-CEAF30E66665}" type="presParOf" srcId="{BB494701-A6C0-7047-8CF3-FFF3CB26E996}" destId="{F26A0817-8D43-344D-A283-9B011ACEA37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DA51C6-EB41-1441-BE04-BD3DFD1CBE8D}">
      <dsp:nvSpPr>
        <dsp:cNvPr id="0" name=""/>
        <dsp:cNvSpPr/>
      </dsp:nvSpPr>
      <dsp:spPr>
        <a:xfrm>
          <a:off x="0" y="260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1322A0-BD2E-8149-8299-B9180468C07C}">
      <dsp:nvSpPr>
        <dsp:cNvPr id="0" name=""/>
        <dsp:cNvSpPr/>
      </dsp:nvSpPr>
      <dsp:spPr>
        <a:xfrm>
          <a:off x="0" y="2602"/>
          <a:ext cx="8229600" cy="8875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What the </a:t>
          </a:r>
          <a:r>
            <a:rPr lang="en-US" sz="2400" b="1" kern="1200"/>
            <a:t>Python Interpreter</a:t>
          </a:r>
          <a:r>
            <a:rPr lang="en-US" sz="2400" kern="1200"/>
            <a:t> is and what it does</a:t>
          </a:r>
        </a:p>
      </dsp:txBody>
      <dsp:txXfrm>
        <a:off x="0" y="2602"/>
        <a:ext cx="8229600" cy="887592"/>
      </dsp:txXfrm>
    </dsp:sp>
    <dsp:sp modelId="{B04C397B-1073-164B-B5AC-2670D9B41C41}">
      <dsp:nvSpPr>
        <dsp:cNvPr id="0" name=""/>
        <dsp:cNvSpPr/>
      </dsp:nvSpPr>
      <dsp:spPr>
        <a:xfrm>
          <a:off x="0" y="890194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981E36-6847-F74B-A52F-43B99DC57D75}">
      <dsp:nvSpPr>
        <dsp:cNvPr id="0" name=""/>
        <dsp:cNvSpPr/>
      </dsp:nvSpPr>
      <dsp:spPr>
        <a:xfrm>
          <a:off x="0" y="890194"/>
          <a:ext cx="8229600" cy="8875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Describe execution flow: </a:t>
          </a:r>
          <a:r>
            <a:rPr lang="en-US" sz="2400" b="1" kern="1200"/>
            <a:t>Source Code → Bytecode → PVM</a:t>
          </a:r>
          <a:endParaRPr lang="en-US" sz="2400" kern="1200"/>
        </a:p>
      </dsp:txBody>
      <dsp:txXfrm>
        <a:off x="0" y="890194"/>
        <a:ext cx="8229600" cy="887592"/>
      </dsp:txXfrm>
    </dsp:sp>
    <dsp:sp modelId="{10B2078B-32F3-F842-8028-AEBE02098343}">
      <dsp:nvSpPr>
        <dsp:cNvPr id="0" name=""/>
        <dsp:cNvSpPr/>
      </dsp:nvSpPr>
      <dsp:spPr>
        <a:xfrm>
          <a:off x="0" y="1777786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B66D45-5A72-1546-ABBF-86C11AD1B706}">
      <dsp:nvSpPr>
        <dsp:cNvPr id="0" name=""/>
        <dsp:cNvSpPr/>
      </dsp:nvSpPr>
      <dsp:spPr>
        <a:xfrm>
          <a:off x="0" y="1777786"/>
          <a:ext cx="8229600" cy="8875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Define and differentiate key terms: </a:t>
          </a:r>
          <a:r>
            <a:rPr lang="en-US" sz="2400" i="1" kern="1200"/>
            <a:t>source code, bytecode, .pyc file, </a:t>
          </a:r>
          <a:r>
            <a:rPr lang="en-US" sz="2400" b="1" i="1" kern="1200"/>
            <a:t>pycache</a:t>
          </a:r>
          <a:r>
            <a:rPr lang="en-US" sz="2400" i="1" kern="1200"/>
            <a:t>, PVM, machine code.</a:t>
          </a:r>
          <a:endParaRPr lang="en-US" sz="2400" kern="1200"/>
        </a:p>
      </dsp:txBody>
      <dsp:txXfrm>
        <a:off x="0" y="1777786"/>
        <a:ext cx="8229600" cy="887592"/>
      </dsp:txXfrm>
    </dsp:sp>
    <dsp:sp modelId="{BABB0101-189F-894A-A843-701CF56F222C}">
      <dsp:nvSpPr>
        <dsp:cNvPr id="0" name=""/>
        <dsp:cNvSpPr/>
      </dsp:nvSpPr>
      <dsp:spPr>
        <a:xfrm>
          <a:off x="0" y="2665378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A3C0C5-01D5-F04E-A90E-D0C56650342F}">
      <dsp:nvSpPr>
        <dsp:cNvPr id="0" name=""/>
        <dsp:cNvSpPr/>
      </dsp:nvSpPr>
      <dsp:spPr>
        <a:xfrm>
          <a:off x="0" y="2665379"/>
          <a:ext cx="8229600" cy="8875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Explain why Python uses bytecode and its impact on </a:t>
          </a:r>
          <a:r>
            <a:rPr lang="en-US" sz="2400" b="1" kern="1200"/>
            <a:t>development speed</a:t>
          </a:r>
          <a:r>
            <a:rPr lang="en-US" sz="2400" kern="1200"/>
            <a:t> vs </a:t>
          </a:r>
          <a:r>
            <a:rPr lang="en-US" sz="2400" b="1" kern="1200"/>
            <a:t>performance</a:t>
          </a:r>
          <a:endParaRPr lang="en-US" sz="2400" kern="1200"/>
        </a:p>
      </dsp:txBody>
      <dsp:txXfrm>
        <a:off x="0" y="2665379"/>
        <a:ext cx="8229600" cy="887592"/>
      </dsp:txXfrm>
    </dsp:sp>
    <dsp:sp modelId="{6DB4D4BB-41AC-9C49-B37B-A270930C51CC}">
      <dsp:nvSpPr>
        <dsp:cNvPr id="0" name=""/>
        <dsp:cNvSpPr/>
      </dsp:nvSpPr>
      <dsp:spPr>
        <a:xfrm>
          <a:off x="0" y="3552971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068E45-227D-7C40-B04D-69148774F8A4}">
      <dsp:nvSpPr>
        <dsp:cNvPr id="0" name=""/>
        <dsp:cNvSpPr/>
      </dsp:nvSpPr>
      <dsp:spPr>
        <a:xfrm>
          <a:off x="0" y="3552971"/>
          <a:ext cx="8229600" cy="8875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Compare the standard </a:t>
          </a:r>
          <a:r>
            <a:rPr lang="en-US" sz="2400" b="1" kern="1200"/>
            <a:t>CPython</a:t>
          </a:r>
          <a:r>
            <a:rPr lang="en-US" sz="2400" kern="1200"/>
            <a:t> with other Python implementations (PyPy, Cython, Jython, etc.)</a:t>
          </a:r>
        </a:p>
      </dsp:txBody>
      <dsp:txXfrm>
        <a:off x="0" y="3552971"/>
        <a:ext cx="8229600" cy="887592"/>
      </dsp:txXfrm>
    </dsp:sp>
    <dsp:sp modelId="{F008E47E-9999-604B-B813-7D872F0EDA5C}">
      <dsp:nvSpPr>
        <dsp:cNvPr id="0" name=""/>
        <dsp:cNvSpPr/>
      </dsp:nvSpPr>
      <dsp:spPr>
        <a:xfrm>
          <a:off x="0" y="4440563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08CE6F-3F6D-344B-BF5E-837ABCA2C699}">
      <dsp:nvSpPr>
        <dsp:cNvPr id="0" name=""/>
        <dsp:cNvSpPr/>
      </dsp:nvSpPr>
      <dsp:spPr>
        <a:xfrm>
          <a:off x="0" y="4440563"/>
          <a:ext cx="8229600" cy="8875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Understand what </a:t>
          </a:r>
          <a:r>
            <a:rPr lang="en-US" sz="2400" b="1" kern="1200" dirty="0"/>
            <a:t>standalone executables</a:t>
          </a:r>
          <a:r>
            <a:rPr lang="en-US" sz="2400" kern="1200" dirty="0"/>
            <a:t> (frozen binaries) are and when to use them</a:t>
          </a:r>
        </a:p>
      </dsp:txBody>
      <dsp:txXfrm>
        <a:off x="0" y="4440563"/>
        <a:ext cx="8229600" cy="8875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1D5495-5665-7E44-8257-418995BF0E04}">
      <dsp:nvSpPr>
        <dsp:cNvPr id="0" name=""/>
        <dsp:cNvSpPr/>
      </dsp:nvSpPr>
      <dsp:spPr>
        <a:xfrm>
          <a:off x="0" y="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8F6F63-DAA1-6348-B8D8-38101B98CD23}">
      <dsp:nvSpPr>
        <dsp:cNvPr id="0" name=""/>
        <dsp:cNvSpPr/>
      </dsp:nvSpPr>
      <dsp:spPr>
        <a:xfrm>
          <a:off x="0" y="0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You write </a:t>
          </a:r>
          <a:r>
            <a:rPr lang="en-US" sz="3100" b="1" kern="1200"/>
            <a:t>source code</a:t>
          </a:r>
          <a:r>
            <a:rPr lang="en-US" sz="3100" kern="1200"/>
            <a:t> (.py file)</a:t>
          </a:r>
        </a:p>
      </dsp:txBody>
      <dsp:txXfrm>
        <a:off x="0" y="0"/>
        <a:ext cx="8229600" cy="1131490"/>
      </dsp:txXfrm>
    </dsp:sp>
    <dsp:sp modelId="{9B8BAD1A-269F-8F40-8AC0-7E61455CCAE2}">
      <dsp:nvSpPr>
        <dsp:cNvPr id="0" name=""/>
        <dsp:cNvSpPr/>
      </dsp:nvSpPr>
      <dsp:spPr>
        <a:xfrm>
          <a:off x="0" y="113149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FEC42D-0BB6-3147-A1EA-F2CCC620571B}">
      <dsp:nvSpPr>
        <dsp:cNvPr id="0" name=""/>
        <dsp:cNvSpPr/>
      </dsp:nvSpPr>
      <dsp:spPr>
        <a:xfrm>
          <a:off x="0" y="1131490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Python </a:t>
          </a:r>
          <a:r>
            <a:rPr lang="en-US" sz="3100" b="1" kern="1200" dirty="0"/>
            <a:t>compiles</a:t>
          </a:r>
          <a:r>
            <a:rPr lang="en-US" sz="3100" kern="1200" dirty="0"/>
            <a:t> it automatically to </a:t>
          </a:r>
          <a:r>
            <a:rPr lang="en-US" sz="3100" b="1" kern="1200" dirty="0"/>
            <a:t>bytecode</a:t>
          </a:r>
          <a:endParaRPr lang="en-US" sz="3100" kern="1200" dirty="0"/>
        </a:p>
      </dsp:txBody>
      <dsp:txXfrm>
        <a:off x="0" y="1131490"/>
        <a:ext cx="8229600" cy="1131490"/>
      </dsp:txXfrm>
    </dsp:sp>
    <dsp:sp modelId="{C5E4D6BA-9CE3-6347-B44E-096FF3E2AA44}">
      <dsp:nvSpPr>
        <dsp:cNvPr id="0" name=""/>
        <dsp:cNvSpPr/>
      </dsp:nvSpPr>
      <dsp:spPr>
        <a:xfrm>
          <a:off x="0" y="2262981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94880F-437C-1342-91B5-6D7D7FFA2B19}">
      <dsp:nvSpPr>
        <dsp:cNvPr id="0" name=""/>
        <dsp:cNvSpPr/>
      </dsp:nvSpPr>
      <dsp:spPr>
        <a:xfrm>
          <a:off x="0" y="2262981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Bytecode is sent to the </a:t>
          </a:r>
          <a:r>
            <a:rPr lang="en-US" sz="3100" b="1" kern="1200"/>
            <a:t>Python Virtual Machine (PVM)</a:t>
          </a:r>
          <a:endParaRPr lang="en-US" sz="3100" kern="1200"/>
        </a:p>
      </dsp:txBody>
      <dsp:txXfrm>
        <a:off x="0" y="2262981"/>
        <a:ext cx="8229600" cy="1131490"/>
      </dsp:txXfrm>
    </dsp:sp>
    <dsp:sp modelId="{11D54EED-6E9B-4A47-8B76-C6451490902D}">
      <dsp:nvSpPr>
        <dsp:cNvPr id="0" name=""/>
        <dsp:cNvSpPr/>
      </dsp:nvSpPr>
      <dsp:spPr>
        <a:xfrm>
          <a:off x="0" y="339447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D16376-ACD1-A14C-90BF-4E7B5DE6E46C}">
      <dsp:nvSpPr>
        <dsp:cNvPr id="0" name=""/>
        <dsp:cNvSpPr/>
      </dsp:nvSpPr>
      <dsp:spPr>
        <a:xfrm>
          <a:off x="0" y="3394472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PVM</a:t>
          </a:r>
          <a:r>
            <a:rPr lang="en-US" sz="3100" kern="1200"/>
            <a:t> executes the bytecode → produces your output</a:t>
          </a:r>
        </a:p>
      </dsp:txBody>
      <dsp:txXfrm>
        <a:off x="0" y="3394472"/>
        <a:ext cx="8229600" cy="11314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B65DA7-4520-4902-B7F2-2270C3A8BEA1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0BA7AB-F66F-4E80-AF64-89E519C01B1B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74F588-AE68-4D16-B11A-F28E9BCA64F3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Bytecode makes programs run faster than raw source code</a:t>
          </a:r>
        </a:p>
      </dsp:txBody>
      <dsp:txXfrm>
        <a:off x="1493203" y="552"/>
        <a:ext cx="6736396" cy="1292816"/>
      </dsp:txXfrm>
    </dsp:sp>
    <dsp:sp modelId="{6054A096-A913-4955-B111-B5F7018DC516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C2055B-DAE8-4D9D-85F4-768BCF7ABD82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96ED84-0403-4EA8-8E6E-8CB7FEFEE89C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Python saves it automatically in the __pycache__ folder</a:t>
          </a:r>
        </a:p>
      </dsp:txBody>
      <dsp:txXfrm>
        <a:off x="1493203" y="1616573"/>
        <a:ext cx="6736396" cy="1292816"/>
      </dsp:txXfrm>
    </dsp:sp>
    <dsp:sp modelId="{0F0A8BAB-E054-457C-99C8-8FEA8A81743F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011671-B986-45AA-9A42-0256A4E11030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A90F8D-4C93-4D3F-89A7-23C7557BA204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Next time you run the program, Python reuses the .pyc file (startup is faster)</a:t>
          </a:r>
        </a:p>
      </dsp:txBody>
      <dsp:txXfrm>
        <a:off x="1493203" y="3232593"/>
        <a:ext cx="6736396" cy="12928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5166DF-B67D-6F4C-AA3B-15CB4F68C916}">
      <dsp:nvSpPr>
        <dsp:cNvPr id="0" name=""/>
        <dsp:cNvSpPr/>
      </dsp:nvSpPr>
      <dsp:spPr>
        <a:xfrm>
          <a:off x="0" y="820170"/>
          <a:ext cx="2571749" cy="16330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0715AF-D556-FB48-8D47-42FCC29151CF}">
      <dsp:nvSpPr>
        <dsp:cNvPr id="0" name=""/>
        <dsp:cNvSpPr/>
      </dsp:nvSpPr>
      <dsp:spPr>
        <a:xfrm>
          <a:off x="285749" y="1091633"/>
          <a:ext cx="2571749" cy="1633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Advantage → </a:t>
          </a:r>
          <a:r>
            <a:rPr lang="en-US" sz="2300" b="1" kern="1200" dirty="0"/>
            <a:t>Extremely fast development (no compile/link step)</a:t>
          </a:r>
        </a:p>
      </dsp:txBody>
      <dsp:txXfrm>
        <a:off x="333580" y="1139464"/>
        <a:ext cx="2476087" cy="1537399"/>
      </dsp:txXfrm>
    </dsp:sp>
    <dsp:sp modelId="{D613C636-FA50-394E-90B5-CFAB0D0786EE}">
      <dsp:nvSpPr>
        <dsp:cNvPr id="0" name=""/>
        <dsp:cNvSpPr/>
      </dsp:nvSpPr>
      <dsp:spPr>
        <a:xfrm>
          <a:off x="3143249" y="820170"/>
          <a:ext cx="2571749" cy="16330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13948F-69F6-324A-A84F-636C126F6A43}">
      <dsp:nvSpPr>
        <dsp:cNvPr id="0" name=""/>
        <dsp:cNvSpPr/>
      </dsp:nvSpPr>
      <dsp:spPr>
        <a:xfrm>
          <a:off x="3428999" y="1091633"/>
          <a:ext cx="2571749" cy="1633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Disadvantage → </a:t>
          </a:r>
          <a:r>
            <a:rPr lang="en-US" sz="2300" b="1" kern="1200" dirty="0"/>
            <a:t>Slightly slower than C/C++</a:t>
          </a:r>
        </a:p>
      </dsp:txBody>
      <dsp:txXfrm>
        <a:off x="3476830" y="1139464"/>
        <a:ext cx="2476087" cy="1537399"/>
      </dsp:txXfrm>
    </dsp:sp>
    <dsp:sp modelId="{AC4DEB90-6073-A34B-B8B0-7923E7C96DDF}">
      <dsp:nvSpPr>
        <dsp:cNvPr id="0" name=""/>
        <dsp:cNvSpPr/>
      </dsp:nvSpPr>
      <dsp:spPr>
        <a:xfrm>
          <a:off x="6286499" y="820170"/>
          <a:ext cx="2571749" cy="16330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E62CFB-EBBD-8244-A35F-FC01FA0D11F0}">
      <dsp:nvSpPr>
        <dsp:cNvPr id="0" name=""/>
        <dsp:cNvSpPr/>
      </dsp:nvSpPr>
      <dsp:spPr>
        <a:xfrm>
          <a:off x="6572249" y="1091633"/>
          <a:ext cx="2571749" cy="16330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Python’s decision → </a:t>
          </a:r>
          <a:r>
            <a:rPr lang="en-US" sz="2300" b="1" kern="1200" dirty="0"/>
            <a:t>Prioritizes Development speed + Flexibility</a:t>
          </a:r>
        </a:p>
      </dsp:txBody>
      <dsp:txXfrm>
        <a:off x="6620080" y="1139464"/>
        <a:ext cx="2476087" cy="153739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20A2C6-C78C-5B4D-B1D2-525D02DA644F}">
      <dsp:nvSpPr>
        <dsp:cNvPr id="0" name=""/>
        <dsp:cNvSpPr/>
      </dsp:nvSpPr>
      <dsp:spPr>
        <a:xfrm>
          <a:off x="0" y="2209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8FD5B8-1230-9547-B6C7-07F448D088A2}">
      <dsp:nvSpPr>
        <dsp:cNvPr id="0" name=""/>
        <dsp:cNvSpPr/>
      </dsp:nvSpPr>
      <dsp:spPr>
        <a:xfrm>
          <a:off x="0" y="2209"/>
          <a:ext cx="8229600" cy="753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Key Takeaways</a:t>
          </a:r>
          <a:endParaRPr lang="en-US" sz="2800" kern="1200"/>
        </a:p>
      </dsp:txBody>
      <dsp:txXfrm>
        <a:off x="0" y="2209"/>
        <a:ext cx="8229600" cy="753590"/>
      </dsp:txXfrm>
    </dsp:sp>
    <dsp:sp modelId="{F54FBE1C-FD83-3A4A-8470-F8CF6E855FAD}">
      <dsp:nvSpPr>
        <dsp:cNvPr id="0" name=""/>
        <dsp:cNvSpPr/>
      </dsp:nvSpPr>
      <dsp:spPr>
        <a:xfrm>
          <a:off x="0" y="75580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4D3A66-CC0F-2C46-9FD6-D34F0F435998}">
      <dsp:nvSpPr>
        <dsp:cNvPr id="0" name=""/>
        <dsp:cNvSpPr/>
      </dsp:nvSpPr>
      <dsp:spPr>
        <a:xfrm>
          <a:off x="0" y="755800"/>
          <a:ext cx="8229600" cy="753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Python</a:t>
          </a:r>
          <a:r>
            <a:rPr lang="en-US" sz="2800" kern="1200" dirty="0"/>
            <a:t> =</a:t>
          </a:r>
          <a:r>
            <a:rPr lang="en-US" sz="2800" kern="1200" dirty="0">
              <a:highlight>
                <a:srgbClr val="00FF00"/>
              </a:highlight>
            </a:rPr>
            <a:t> Interpreter </a:t>
          </a:r>
          <a:r>
            <a:rPr lang="en-US" sz="2800" kern="1200" dirty="0"/>
            <a:t>+ </a:t>
          </a:r>
          <a:r>
            <a:rPr lang="en-US" sz="2800" kern="1200" dirty="0">
              <a:highlight>
                <a:srgbClr val="FF0000"/>
              </a:highlight>
            </a:rPr>
            <a:t>automatic bytecode </a:t>
          </a:r>
          <a:r>
            <a:rPr lang="en-US" sz="2800" kern="1200" dirty="0"/>
            <a:t>+ </a:t>
          </a:r>
          <a:r>
            <a:rPr lang="en-US" sz="2800" kern="1200" dirty="0">
              <a:highlight>
                <a:srgbClr val="FFFF00"/>
              </a:highlight>
            </a:rPr>
            <a:t>PVM</a:t>
          </a:r>
        </a:p>
      </dsp:txBody>
      <dsp:txXfrm>
        <a:off x="0" y="755800"/>
        <a:ext cx="8229600" cy="753590"/>
      </dsp:txXfrm>
    </dsp:sp>
    <dsp:sp modelId="{964E3B0A-0814-454F-B4C6-CF004DE5C736}">
      <dsp:nvSpPr>
        <dsp:cNvPr id="0" name=""/>
        <dsp:cNvSpPr/>
      </dsp:nvSpPr>
      <dsp:spPr>
        <a:xfrm>
          <a:off x="0" y="150939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623156-9A66-7B41-9AC4-2798BBC2DF00}">
      <dsp:nvSpPr>
        <dsp:cNvPr id="0" name=""/>
        <dsp:cNvSpPr/>
      </dsp:nvSpPr>
      <dsp:spPr>
        <a:xfrm>
          <a:off x="0" y="1509390"/>
          <a:ext cx="8229600" cy="753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Everything happens automatically behind the scenes</a:t>
          </a:r>
        </a:p>
      </dsp:txBody>
      <dsp:txXfrm>
        <a:off x="0" y="1509390"/>
        <a:ext cx="8229600" cy="753590"/>
      </dsp:txXfrm>
    </dsp:sp>
    <dsp:sp modelId="{BCCCDB02-74BF-9A4F-A532-A2F532F3B7F6}">
      <dsp:nvSpPr>
        <dsp:cNvPr id="0" name=""/>
        <dsp:cNvSpPr/>
      </dsp:nvSpPr>
      <dsp:spPr>
        <a:xfrm>
          <a:off x="0" y="2262981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BDD05B-5903-2F4B-8D7A-E63E385A386E}">
      <dsp:nvSpPr>
        <dsp:cNvPr id="0" name=""/>
        <dsp:cNvSpPr/>
      </dsp:nvSpPr>
      <dsp:spPr>
        <a:xfrm>
          <a:off x="0" y="2262981"/>
          <a:ext cx="8229600" cy="753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CPython</a:t>
          </a:r>
          <a:r>
            <a:rPr lang="en-US" sz="2800" kern="1200"/>
            <a:t> is the standard implementation</a:t>
          </a:r>
        </a:p>
      </dsp:txBody>
      <dsp:txXfrm>
        <a:off x="0" y="2262981"/>
        <a:ext cx="8229600" cy="753590"/>
      </dsp:txXfrm>
    </dsp:sp>
    <dsp:sp modelId="{67668873-6F8B-9245-ADD0-2A87C9F6357B}">
      <dsp:nvSpPr>
        <dsp:cNvPr id="0" name=""/>
        <dsp:cNvSpPr/>
      </dsp:nvSpPr>
      <dsp:spPr>
        <a:xfrm>
          <a:off x="0" y="301657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052D63-E03B-FD47-A404-8506A729F90E}">
      <dsp:nvSpPr>
        <dsp:cNvPr id="0" name=""/>
        <dsp:cNvSpPr/>
      </dsp:nvSpPr>
      <dsp:spPr>
        <a:xfrm>
          <a:off x="0" y="3016572"/>
          <a:ext cx="8229600" cy="753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Bytecode</a:t>
          </a:r>
          <a:r>
            <a:rPr lang="en-US" sz="2800" kern="1200" dirty="0"/>
            <a:t> gives </a:t>
          </a:r>
          <a:r>
            <a:rPr lang="en-US" sz="2800" kern="1200" dirty="0">
              <a:highlight>
                <a:srgbClr val="00FF00"/>
              </a:highlight>
            </a:rPr>
            <a:t>fast development + good performance</a:t>
          </a:r>
        </a:p>
      </dsp:txBody>
      <dsp:txXfrm>
        <a:off x="0" y="3016572"/>
        <a:ext cx="8229600" cy="753590"/>
      </dsp:txXfrm>
    </dsp:sp>
    <dsp:sp modelId="{C2A9B499-02FD-B84F-AFAF-E12541B87211}">
      <dsp:nvSpPr>
        <dsp:cNvPr id="0" name=""/>
        <dsp:cNvSpPr/>
      </dsp:nvSpPr>
      <dsp:spPr>
        <a:xfrm>
          <a:off x="0" y="377016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31AF98-0701-8344-91BE-10E870EC5939}">
      <dsp:nvSpPr>
        <dsp:cNvPr id="0" name=""/>
        <dsp:cNvSpPr/>
      </dsp:nvSpPr>
      <dsp:spPr>
        <a:xfrm>
          <a:off x="0" y="3770162"/>
          <a:ext cx="8229600" cy="753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Other versions exist for speed or special integration</a:t>
          </a:r>
        </a:p>
      </dsp:txBody>
      <dsp:txXfrm>
        <a:off x="0" y="3770162"/>
        <a:ext cx="8229600" cy="75359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A72A37-5B70-CB4A-AF81-2F74BC01EAAF}">
      <dsp:nvSpPr>
        <dsp:cNvPr id="0" name=""/>
        <dsp:cNvSpPr/>
      </dsp:nvSpPr>
      <dsp:spPr>
        <a:xfrm>
          <a:off x="0" y="27511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What is the </a:t>
          </a:r>
          <a:r>
            <a:rPr lang="en-US" sz="2400" b="1" kern="1200"/>
            <a:t>Python Interpreter?</a:t>
          </a:r>
          <a:endParaRPr lang="en-US" sz="2400" kern="1200"/>
        </a:p>
      </dsp:txBody>
      <dsp:txXfrm>
        <a:off x="28100" y="303211"/>
        <a:ext cx="8173400" cy="519439"/>
      </dsp:txXfrm>
    </dsp:sp>
    <dsp:sp modelId="{F20C9478-7D04-774B-8619-89E2C96DD025}">
      <dsp:nvSpPr>
        <dsp:cNvPr id="0" name=""/>
        <dsp:cNvSpPr/>
      </dsp:nvSpPr>
      <dsp:spPr>
        <a:xfrm>
          <a:off x="0" y="91987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What is B</a:t>
          </a:r>
          <a:r>
            <a:rPr lang="en-US" sz="2400" b="1" kern="1200" dirty="0"/>
            <a:t>ytecode</a:t>
          </a:r>
          <a:r>
            <a:rPr lang="en-US" sz="2400" kern="1200" dirty="0"/>
            <a:t> and why does </a:t>
          </a:r>
          <a:r>
            <a:rPr lang="en-US" sz="2400" b="1" kern="1200" dirty="0"/>
            <a:t>Python</a:t>
          </a:r>
          <a:r>
            <a:rPr lang="en-US" sz="2400" kern="1200" dirty="0"/>
            <a:t> use it?</a:t>
          </a:r>
        </a:p>
      </dsp:txBody>
      <dsp:txXfrm>
        <a:off x="28100" y="947971"/>
        <a:ext cx="8173400" cy="519439"/>
      </dsp:txXfrm>
    </dsp:sp>
    <dsp:sp modelId="{1570F574-38EA-6C44-ABC4-5EE73E7CD86F}">
      <dsp:nvSpPr>
        <dsp:cNvPr id="0" name=""/>
        <dsp:cNvSpPr/>
      </dsp:nvSpPr>
      <dsp:spPr>
        <a:xfrm>
          <a:off x="0" y="156463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What does </a:t>
          </a:r>
          <a:r>
            <a:rPr lang="en-US" sz="2400" b="1" kern="1200"/>
            <a:t>PVM</a:t>
          </a:r>
          <a:r>
            <a:rPr lang="en-US" sz="2400" kern="1200"/>
            <a:t> stand for and do?</a:t>
          </a:r>
        </a:p>
      </dsp:txBody>
      <dsp:txXfrm>
        <a:off x="28100" y="1592731"/>
        <a:ext cx="8173400" cy="519439"/>
      </dsp:txXfrm>
    </dsp:sp>
    <dsp:sp modelId="{7C01558F-E484-F24F-A083-453BCAEDF101}">
      <dsp:nvSpPr>
        <dsp:cNvPr id="0" name=""/>
        <dsp:cNvSpPr/>
      </dsp:nvSpPr>
      <dsp:spPr>
        <a:xfrm>
          <a:off x="0" y="220939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What is </a:t>
          </a:r>
          <a:r>
            <a:rPr lang="en-US" sz="2400" b="1" kern="1200"/>
            <a:t>CPython?</a:t>
          </a:r>
          <a:endParaRPr lang="en-US" sz="2400" kern="1200"/>
        </a:p>
      </dsp:txBody>
      <dsp:txXfrm>
        <a:off x="28100" y="2237491"/>
        <a:ext cx="8173400" cy="519439"/>
      </dsp:txXfrm>
    </dsp:sp>
    <dsp:sp modelId="{4615CF07-992F-3745-810F-004929754053}">
      <dsp:nvSpPr>
        <dsp:cNvPr id="0" name=""/>
        <dsp:cNvSpPr/>
      </dsp:nvSpPr>
      <dsp:spPr>
        <a:xfrm>
          <a:off x="0" y="285415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What is </a:t>
          </a:r>
          <a:r>
            <a:rPr lang="en-US" sz="2400" b="1" kern="1200"/>
            <a:t>Machine Code</a:t>
          </a:r>
          <a:r>
            <a:rPr lang="en-US" sz="2400" kern="1200"/>
            <a:t>?</a:t>
          </a:r>
        </a:p>
      </dsp:txBody>
      <dsp:txXfrm>
        <a:off x="28100" y="2882251"/>
        <a:ext cx="8173400" cy="519439"/>
      </dsp:txXfrm>
    </dsp:sp>
    <dsp:sp modelId="{B69ABDB2-5387-7E42-A968-B65680ECD636}">
      <dsp:nvSpPr>
        <dsp:cNvPr id="0" name=""/>
        <dsp:cNvSpPr/>
      </dsp:nvSpPr>
      <dsp:spPr>
        <a:xfrm>
          <a:off x="0" y="349891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Name any two alternative implementations and their purpose.</a:t>
          </a:r>
        </a:p>
      </dsp:txBody>
      <dsp:txXfrm>
        <a:off x="28100" y="3527011"/>
        <a:ext cx="8173400" cy="51943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DA51C6-EB41-1441-BE04-BD3DFD1CBE8D}">
      <dsp:nvSpPr>
        <dsp:cNvPr id="0" name=""/>
        <dsp:cNvSpPr/>
      </dsp:nvSpPr>
      <dsp:spPr>
        <a:xfrm>
          <a:off x="0" y="260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1322A0-BD2E-8149-8299-B9180468C07C}">
      <dsp:nvSpPr>
        <dsp:cNvPr id="0" name=""/>
        <dsp:cNvSpPr/>
      </dsp:nvSpPr>
      <dsp:spPr>
        <a:xfrm>
          <a:off x="0" y="2602"/>
          <a:ext cx="8229600" cy="8875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Start and use the </a:t>
          </a: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Python 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interactive </a:t>
          </a: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REPL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correctly</a:t>
          </a:r>
        </a:p>
      </dsp:txBody>
      <dsp:txXfrm>
        <a:off x="0" y="2602"/>
        <a:ext cx="8229600" cy="887592"/>
      </dsp:txXfrm>
    </dsp:sp>
    <dsp:sp modelId="{B04C397B-1073-164B-B5AC-2670D9B41C41}">
      <dsp:nvSpPr>
        <dsp:cNvPr id="0" name=""/>
        <dsp:cNvSpPr/>
      </dsp:nvSpPr>
      <dsp:spPr>
        <a:xfrm>
          <a:off x="0" y="890194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981E36-6847-F74B-A52F-43B99DC57D75}">
      <dsp:nvSpPr>
        <dsp:cNvPr id="0" name=""/>
        <dsp:cNvSpPr/>
      </dsp:nvSpPr>
      <dsp:spPr>
        <a:xfrm>
          <a:off x="0" y="890194"/>
          <a:ext cx="8229600" cy="8875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Create</a:t>
          </a:r>
          <a:r>
            <a:rPr lang="en-US" sz="2400" kern="1200" dirty="0"/>
            <a:t> and </a:t>
          </a:r>
          <a:r>
            <a:rPr lang="en-US" sz="2400" b="1" kern="1200" dirty="0"/>
            <a:t>run .</a:t>
          </a:r>
          <a:r>
            <a:rPr lang="en-US" sz="2400" b="1" kern="1200" dirty="0" err="1"/>
            <a:t>py</a:t>
          </a:r>
          <a:r>
            <a:rPr lang="en-US" sz="2400" b="1" kern="1200" dirty="0"/>
            <a:t> </a:t>
          </a:r>
          <a:r>
            <a:rPr lang="en-US" sz="2400" kern="1200" dirty="0"/>
            <a:t>script files using command lines</a:t>
          </a:r>
        </a:p>
      </dsp:txBody>
      <dsp:txXfrm>
        <a:off x="0" y="890194"/>
        <a:ext cx="8229600" cy="887592"/>
      </dsp:txXfrm>
    </dsp:sp>
    <dsp:sp modelId="{10B2078B-32F3-F842-8028-AEBE02098343}">
      <dsp:nvSpPr>
        <dsp:cNvPr id="0" name=""/>
        <dsp:cNvSpPr/>
      </dsp:nvSpPr>
      <dsp:spPr>
        <a:xfrm>
          <a:off x="0" y="1777786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B66D45-5A72-1546-ABBF-86C11AD1B706}">
      <dsp:nvSpPr>
        <dsp:cNvPr id="0" name=""/>
        <dsp:cNvSpPr/>
      </dsp:nvSpPr>
      <dsp:spPr>
        <a:xfrm>
          <a:off x="0" y="1777786"/>
          <a:ext cx="8229600" cy="8875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Set </a:t>
          </a:r>
          <a:r>
            <a:rPr lang="en-US" sz="2400" b="1" kern="1200" dirty="0"/>
            <a:t>up proper code folders </a:t>
          </a:r>
          <a:r>
            <a:rPr lang="en-US" sz="2400" kern="1200" dirty="0"/>
            <a:t>and follow all conventions</a:t>
          </a:r>
        </a:p>
      </dsp:txBody>
      <dsp:txXfrm>
        <a:off x="0" y="1777786"/>
        <a:ext cx="8229600" cy="887592"/>
      </dsp:txXfrm>
    </dsp:sp>
    <dsp:sp modelId="{BABB0101-189F-894A-A843-701CF56F222C}">
      <dsp:nvSpPr>
        <dsp:cNvPr id="0" name=""/>
        <dsp:cNvSpPr/>
      </dsp:nvSpPr>
      <dsp:spPr>
        <a:xfrm>
          <a:off x="0" y="2665378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A3C0C5-01D5-F04E-A90E-D0C56650342F}">
      <dsp:nvSpPr>
        <dsp:cNvPr id="0" name=""/>
        <dsp:cNvSpPr/>
      </dsp:nvSpPr>
      <dsp:spPr>
        <a:xfrm>
          <a:off x="0" y="2665379"/>
          <a:ext cx="8229600" cy="8875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Run code </a:t>
          </a:r>
          <a:r>
            <a:rPr lang="en-US" sz="2400" kern="1200" dirty="0"/>
            <a:t>with </a:t>
          </a:r>
          <a:r>
            <a:rPr lang="en-US" sz="2400" b="1" kern="1200" dirty="0"/>
            <a:t>multiple methods</a:t>
          </a:r>
          <a:r>
            <a:rPr lang="en-US" sz="2400" kern="1200" dirty="0"/>
            <a:t>: </a:t>
          </a:r>
          <a:r>
            <a:rPr lang="en-US" sz="2400" kern="1200" dirty="0">
              <a:highlight>
                <a:srgbClr val="00FF00"/>
              </a:highlight>
            </a:rPr>
            <a:t>command line, file clicks, IDLE, imports, exec, etc.</a:t>
          </a:r>
        </a:p>
      </dsp:txBody>
      <dsp:txXfrm>
        <a:off x="0" y="2665379"/>
        <a:ext cx="8229600" cy="887592"/>
      </dsp:txXfrm>
    </dsp:sp>
    <dsp:sp modelId="{6DB4D4BB-41AC-9C49-B37B-A270930C51CC}">
      <dsp:nvSpPr>
        <dsp:cNvPr id="0" name=""/>
        <dsp:cNvSpPr/>
      </dsp:nvSpPr>
      <dsp:spPr>
        <a:xfrm>
          <a:off x="0" y="3552971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068E45-227D-7C40-B04D-69148774F8A4}">
      <dsp:nvSpPr>
        <dsp:cNvPr id="0" name=""/>
        <dsp:cNvSpPr/>
      </dsp:nvSpPr>
      <dsp:spPr>
        <a:xfrm>
          <a:off x="0" y="3552971"/>
          <a:ext cx="8229600" cy="8875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Know when to use </a:t>
          </a:r>
          <a:r>
            <a:rPr lang="en-US" sz="2400" b="1" kern="1200" dirty="0"/>
            <a:t>REPL </a:t>
          </a:r>
          <a:r>
            <a:rPr lang="en-US" sz="2400" kern="1200" dirty="0"/>
            <a:t>vs </a:t>
          </a:r>
          <a:r>
            <a:rPr lang="en-US" sz="2400" b="1" kern="1200" dirty="0"/>
            <a:t>script files </a:t>
          </a:r>
          <a:r>
            <a:rPr lang="en-US" sz="2400" kern="1200" dirty="0"/>
            <a:t>vs </a:t>
          </a:r>
          <a:r>
            <a:rPr lang="en-US" sz="2400" b="1" kern="1200" dirty="0"/>
            <a:t>IDEs vs apps</a:t>
          </a:r>
        </a:p>
      </dsp:txBody>
      <dsp:txXfrm>
        <a:off x="0" y="3552971"/>
        <a:ext cx="8229600" cy="887592"/>
      </dsp:txXfrm>
    </dsp:sp>
    <dsp:sp modelId="{F008E47E-9999-604B-B813-7D872F0EDA5C}">
      <dsp:nvSpPr>
        <dsp:cNvPr id="0" name=""/>
        <dsp:cNvSpPr/>
      </dsp:nvSpPr>
      <dsp:spPr>
        <a:xfrm>
          <a:off x="0" y="4440563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08CE6F-3F6D-344B-BF5E-837ABCA2C699}">
      <dsp:nvSpPr>
        <dsp:cNvPr id="0" name=""/>
        <dsp:cNvSpPr/>
      </dsp:nvSpPr>
      <dsp:spPr>
        <a:xfrm>
          <a:off x="0" y="4440563"/>
          <a:ext cx="8229600" cy="8875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Understand what standalone executables (frozen binaries) are and when to use them</a:t>
          </a:r>
        </a:p>
      </dsp:txBody>
      <dsp:txXfrm>
        <a:off x="0" y="4440563"/>
        <a:ext cx="8229600" cy="88759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58C082-86E1-41F0-85FF-76DE83BCA16A}">
      <dsp:nvSpPr>
        <dsp:cNvPr id="0" name=""/>
        <dsp:cNvSpPr/>
      </dsp:nvSpPr>
      <dsp:spPr>
        <a:xfrm>
          <a:off x="0" y="4366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7BB26F-310A-4509-B345-A222C33F7124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6FDAD6-595E-4670-9E8E-D6392FA40DC9}">
      <dsp:nvSpPr>
        <dsp:cNvPr id="0" name=""/>
        <dsp:cNvSpPr/>
      </dsp:nvSpPr>
      <dsp:spPr>
        <a:xfrm>
          <a:off x="1074268" y="4366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You need </a:t>
          </a:r>
          <a:r>
            <a:rPr lang="en-US" sz="1900" b="1" kern="1200" dirty="0"/>
            <a:t>Python</a:t>
          </a:r>
          <a:r>
            <a:rPr lang="en-US" sz="1900" kern="1200" dirty="0"/>
            <a:t> installed to follow along.</a:t>
          </a:r>
        </a:p>
      </dsp:txBody>
      <dsp:txXfrm>
        <a:off x="1074268" y="4366"/>
        <a:ext cx="3609680" cy="930102"/>
      </dsp:txXfrm>
    </dsp:sp>
    <dsp:sp modelId="{FB92BC3C-B530-4E85-8BAC-9C4C085D6AEB}">
      <dsp:nvSpPr>
        <dsp:cNvPr id="0" name=""/>
        <dsp:cNvSpPr/>
      </dsp:nvSpPr>
      <dsp:spPr>
        <a:xfrm>
          <a:off x="0" y="1166994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E6C6B8-642B-4491-A6C5-F33D642227E6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B90B59-1B02-4929-8BE9-D5DA068F201A}">
      <dsp:nvSpPr>
        <dsp:cNvPr id="0" name=""/>
        <dsp:cNvSpPr/>
      </dsp:nvSpPr>
      <dsp:spPr>
        <a:xfrm>
          <a:off x="1074268" y="1166994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Windows / macOS </a:t>
          </a:r>
          <a:r>
            <a:rPr lang="en-US" sz="1900" kern="1200"/>
            <a:t>→ download installer from </a:t>
          </a:r>
          <a:r>
            <a:rPr lang="en-US" sz="1900" kern="1200">
              <a:hlinkClick xmlns:r="http://schemas.openxmlformats.org/officeDocument/2006/relationships" r:id="rId3"/>
            </a:rPr>
            <a:t>Download Python</a:t>
          </a:r>
          <a:endParaRPr lang="en-US" sz="1900" kern="1200"/>
        </a:p>
      </dsp:txBody>
      <dsp:txXfrm>
        <a:off x="1074268" y="1166994"/>
        <a:ext cx="3609680" cy="930102"/>
      </dsp:txXfrm>
    </dsp:sp>
    <dsp:sp modelId="{02A03625-AAAF-4CB6-B19E-276466AF0E2A}">
      <dsp:nvSpPr>
        <dsp:cNvPr id="0" name=""/>
        <dsp:cNvSpPr/>
      </dsp:nvSpPr>
      <dsp:spPr>
        <a:xfrm>
          <a:off x="0" y="2329622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4BD100-22BE-492C-9C2A-8498370D0695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520F9C-106E-46B5-9DF0-23E292A0EC3F}">
      <dsp:nvSpPr>
        <dsp:cNvPr id="0" name=""/>
        <dsp:cNvSpPr/>
      </dsp:nvSpPr>
      <dsp:spPr>
        <a:xfrm>
          <a:off x="1074268" y="2329622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Linux</a:t>
          </a:r>
          <a:r>
            <a:rPr lang="en-US" sz="1900" kern="1200"/>
            <a:t> → usually pre-installed or use package manager</a:t>
          </a:r>
        </a:p>
      </dsp:txBody>
      <dsp:txXfrm>
        <a:off x="1074268" y="2329622"/>
        <a:ext cx="3609680" cy="930102"/>
      </dsp:txXfrm>
    </dsp:sp>
    <dsp:sp modelId="{20B3B175-10BA-4642-9FB3-48D0CB8CF39D}">
      <dsp:nvSpPr>
        <dsp:cNvPr id="0" name=""/>
        <dsp:cNvSpPr/>
      </dsp:nvSpPr>
      <dsp:spPr>
        <a:xfrm>
          <a:off x="0" y="3492250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31C262-A355-4E0A-9B3B-C08AF99AE295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677719-5236-4484-A15C-13E211F7F607}">
      <dsp:nvSpPr>
        <dsp:cNvPr id="0" name=""/>
        <dsp:cNvSpPr/>
      </dsp:nvSpPr>
      <dsp:spPr>
        <a:xfrm>
          <a:off x="1074268" y="3492250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Android / iOS </a:t>
          </a:r>
          <a:r>
            <a:rPr lang="en-US" sz="1900" kern="1200"/>
            <a:t>→ install a </a:t>
          </a:r>
          <a:r>
            <a:rPr lang="en-US" sz="1900" b="1" kern="1200"/>
            <a:t>Python</a:t>
          </a:r>
          <a:r>
            <a:rPr lang="en-US" sz="1900" kern="1200"/>
            <a:t> app</a:t>
          </a:r>
        </a:p>
      </dsp:txBody>
      <dsp:txXfrm>
        <a:off x="1074268" y="3492250"/>
        <a:ext cx="3609680" cy="930102"/>
      </dsp:txXfrm>
    </dsp:sp>
    <dsp:sp modelId="{7CA64F70-415A-4B81-84D9-A34887710641}">
      <dsp:nvSpPr>
        <dsp:cNvPr id="0" name=""/>
        <dsp:cNvSpPr/>
      </dsp:nvSpPr>
      <dsp:spPr>
        <a:xfrm>
          <a:off x="0" y="4654878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E2BEEB-76CA-439C-9D74-768A03E8590F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27409E-A782-49AB-BC74-ED8BDAA33151}">
      <dsp:nvSpPr>
        <dsp:cNvPr id="0" name=""/>
        <dsp:cNvSpPr/>
      </dsp:nvSpPr>
      <dsp:spPr>
        <a:xfrm>
          <a:off x="1074268" y="4654878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Check first: type </a:t>
          </a:r>
          <a:r>
            <a:rPr lang="en-US" sz="1900" b="1" kern="1200"/>
            <a:t>python3</a:t>
          </a:r>
          <a:r>
            <a:rPr lang="en-US" sz="1900" kern="1200"/>
            <a:t> (or </a:t>
          </a:r>
          <a:r>
            <a:rPr lang="en-US" sz="1900" b="1" kern="1200"/>
            <a:t>py</a:t>
          </a:r>
          <a:r>
            <a:rPr lang="en-US" sz="1900" kern="1200"/>
            <a:t> on </a:t>
          </a:r>
          <a:r>
            <a:rPr lang="en-US" sz="1900" b="1" kern="1200"/>
            <a:t>Windows</a:t>
          </a:r>
          <a:r>
            <a:rPr lang="en-US" sz="1900" kern="1200"/>
            <a:t>) in </a:t>
          </a:r>
          <a:r>
            <a:rPr lang="en-US" sz="1900" b="1" kern="1200"/>
            <a:t>terminal</a:t>
          </a:r>
          <a:endParaRPr lang="en-US" sz="1900" kern="1200"/>
        </a:p>
      </dsp:txBody>
      <dsp:txXfrm>
        <a:off x="1074268" y="4654878"/>
        <a:ext cx="3609680" cy="93010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AC0416-730B-6647-8FF9-EDF7F690ADFD}">
      <dsp:nvSpPr>
        <dsp:cNvPr id="0" name=""/>
        <dsp:cNvSpPr/>
      </dsp:nvSpPr>
      <dsp:spPr>
        <a:xfrm>
          <a:off x="0" y="552"/>
          <a:ext cx="84613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53FF8F-1A12-8A4E-B156-BED75BDFD7CA}">
      <dsp:nvSpPr>
        <dsp:cNvPr id="0" name=""/>
        <dsp:cNvSpPr/>
      </dsp:nvSpPr>
      <dsp:spPr>
        <a:xfrm>
          <a:off x="0" y="552"/>
          <a:ext cx="8461332" cy="646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Best Practice          </a:t>
          </a:r>
          <a:r>
            <a:rPr lang="en-US" sz="2600" kern="1200"/>
            <a:t>–       </a:t>
          </a:r>
          <a:r>
            <a:rPr lang="en-US" sz="2600" b="1" kern="1200"/>
            <a:t>Code Folder Structure</a:t>
          </a:r>
          <a:endParaRPr lang="en-US" sz="2600" kern="1200"/>
        </a:p>
      </dsp:txBody>
      <dsp:txXfrm>
        <a:off x="0" y="552"/>
        <a:ext cx="8461332" cy="646408"/>
      </dsp:txXfrm>
    </dsp:sp>
    <dsp:sp modelId="{E429912C-00A5-1A40-A7E4-4EFF97A1E919}">
      <dsp:nvSpPr>
        <dsp:cNvPr id="0" name=""/>
        <dsp:cNvSpPr/>
      </dsp:nvSpPr>
      <dsp:spPr>
        <a:xfrm>
          <a:off x="0" y="646960"/>
          <a:ext cx="84613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BB9890-A1DD-D645-BCDC-CB05A201DA46}">
      <dsp:nvSpPr>
        <dsp:cNvPr id="0" name=""/>
        <dsp:cNvSpPr/>
      </dsp:nvSpPr>
      <dsp:spPr>
        <a:xfrm>
          <a:off x="0" y="646960"/>
          <a:ext cx="8461332" cy="646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One main code folder (e.g., </a:t>
          </a:r>
          <a:r>
            <a:rPr lang="en-US" sz="2600" b="1" kern="1200"/>
            <a:t>Myproject</a:t>
          </a:r>
          <a:r>
            <a:rPr lang="en-US" sz="2600" kern="1200"/>
            <a:t> or </a:t>
          </a:r>
          <a:r>
            <a:rPr lang="en-US" sz="2600" b="1" kern="1200"/>
            <a:t>MyPython</a:t>
          </a:r>
          <a:r>
            <a:rPr lang="en-US" sz="2600" kern="1200"/>
            <a:t>)</a:t>
          </a:r>
        </a:p>
      </dsp:txBody>
      <dsp:txXfrm>
        <a:off x="0" y="646960"/>
        <a:ext cx="8461332" cy="646408"/>
      </dsp:txXfrm>
    </dsp:sp>
    <dsp:sp modelId="{84E904E7-9B41-2B4E-98A5-6C47436C8A4A}">
      <dsp:nvSpPr>
        <dsp:cNvPr id="0" name=""/>
        <dsp:cNvSpPr/>
      </dsp:nvSpPr>
      <dsp:spPr>
        <a:xfrm>
          <a:off x="0" y="1293369"/>
          <a:ext cx="84613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DC187-A317-5648-837F-64A2C3D32FDE}">
      <dsp:nvSpPr>
        <dsp:cNvPr id="0" name=""/>
        <dsp:cNvSpPr/>
      </dsp:nvSpPr>
      <dsp:spPr>
        <a:xfrm>
          <a:off x="0" y="1293369"/>
          <a:ext cx="8461332" cy="646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Inside it </a:t>
          </a:r>
          <a:r>
            <a:rPr lang="en-US" sz="2600" kern="1200"/>
            <a:t>→ per-chapter subfolders (</a:t>
          </a:r>
          <a:r>
            <a:rPr lang="en-US" sz="2600" b="1" kern="1200"/>
            <a:t>Chapter03, Chapter04, …)</a:t>
          </a:r>
          <a:endParaRPr lang="en-US" sz="2600" kern="1200"/>
        </a:p>
      </dsp:txBody>
      <dsp:txXfrm>
        <a:off x="0" y="1293369"/>
        <a:ext cx="8461332" cy="646408"/>
      </dsp:txXfrm>
    </dsp:sp>
    <dsp:sp modelId="{035D751B-5BFF-464A-BE7D-D83CAFA70C1E}">
      <dsp:nvSpPr>
        <dsp:cNvPr id="0" name=""/>
        <dsp:cNvSpPr/>
      </dsp:nvSpPr>
      <dsp:spPr>
        <a:xfrm>
          <a:off x="0" y="1939777"/>
          <a:ext cx="84613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6D1C68-46EF-2C4F-B79E-18E116AF8AA8}">
      <dsp:nvSpPr>
        <dsp:cNvPr id="0" name=""/>
        <dsp:cNvSpPr/>
      </dsp:nvSpPr>
      <dsp:spPr>
        <a:xfrm>
          <a:off x="0" y="1939777"/>
          <a:ext cx="8461332" cy="646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Why?</a:t>
          </a:r>
          <a:endParaRPr lang="en-US" sz="2600" kern="1200"/>
        </a:p>
      </dsp:txBody>
      <dsp:txXfrm>
        <a:off x="0" y="1939777"/>
        <a:ext cx="8461332" cy="646408"/>
      </dsp:txXfrm>
    </dsp:sp>
    <dsp:sp modelId="{4E633836-794F-BE4C-8FCE-4147B5DF9E5D}">
      <dsp:nvSpPr>
        <dsp:cNvPr id="0" name=""/>
        <dsp:cNvSpPr/>
      </dsp:nvSpPr>
      <dsp:spPr>
        <a:xfrm>
          <a:off x="0" y="2586185"/>
          <a:ext cx="84613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777D2E-7A39-F64A-A590-F3FE989C4325}">
      <dsp:nvSpPr>
        <dsp:cNvPr id="0" name=""/>
        <dsp:cNvSpPr/>
      </dsp:nvSpPr>
      <dsp:spPr>
        <a:xfrm>
          <a:off x="0" y="2586185"/>
          <a:ext cx="8461332" cy="646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Keeps work organized</a:t>
          </a:r>
        </a:p>
      </dsp:txBody>
      <dsp:txXfrm>
        <a:off x="0" y="2586185"/>
        <a:ext cx="8461332" cy="646408"/>
      </dsp:txXfrm>
    </dsp:sp>
    <dsp:sp modelId="{9D9198F9-EF56-5C4B-B104-6953CF21FD74}">
      <dsp:nvSpPr>
        <dsp:cNvPr id="0" name=""/>
        <dsp:cNvSpPr/>
      </dsp:nvSpPr>
      <dsp:spPr>
        <a:xfrm>
          <a:off x="0" y="3232593"/>
          <a:ext cx="84613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46AA63-1762-6F4A-9497-B4C444D31F4E}">
      <dsp:nvSpPr>
        <dsp:cNvPr id="0" name=""/>
        <dsp:cNvSpPr/>
      </dsp:nvSpPr>
      <dsp:spPr>
        <a:xfrm>
          <a:off x="0" y="3232593"/>
          <a:ext cx="8461332" cy="646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Makes import statements work without extra settings</a:t>
          </a:r>
        </a:p>
      </dsp:txBody>
      <dsp:txXfrm>
        <a:off x="0" y="3232593"/>
        <a:ext cx="8461332" cy="646408"/>
      </dsp:txXfrm>
    </dsp:sp>
    <dsp:sp modelId="{F281C5B6-B99B-BF40-B3AE-C42D471CEB73}">
      <dsp:nvSpPr>
        <dsp:cNvPr id="0" name=""/>
        <dsp:cNvSpPr/>
      </dsp:nvSpPr>
      <dsp:spPr>
        <a:xfrm>
          <a:off x="0" y="3879002"/>
          <a:ext cx="84613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AB7A16-C00A-A248-A1A9-CD26D403D753}">
      <dsp:nvSpPr>
        <dsp:cNvPr id="0" name=""/>
        <dsp:cNvSpPr/>
      </dsp:nvSpPr>
      <dsp:spPr>
        <a:xfrm>
          <a:off x="0" y="3879002"/>
          <a:ext cx="8461332" cy="646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Avoids filename clashes</a:t>
          </a:r>
        </a:p>
      </dsp:txBody>
      <dsp:txXfrm>
        <a:off x="0" y="3879002"/>
        <a:ext cx="8461332" cy="6464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Flowchart: Document 1030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631" y="0"/>
            <a:ext cx="2436019" cy="3400426"/>
          </a:xfrm>
          <a:prstGeom prst="flowChartDocument">
            <a:avLst/>
          </a:prstGeom>
          <a:solidFill>
            <a:srgbClr val="3C4D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8631" y="171161"/>
            <a:ext cx="2903396" cy="28350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How Python Runs Programs </a:t>
            </a:r>
            <a:br>
              <a:rPr lang="en-US" sz="2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2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 descr="Python image for Free Download">
            <a:extLst>
              <a:ext uri="{FF2B5EF4-FFF2-40B4-BE49-F238E27FC236}">
                <a16:creationId xmlns:a16="http://schemas.microsoft.com/office/drawing/2014/main" id="{4D44C592-ABA7-4E12-ACDD-CCD59A1F819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74025" y="216663"/>
            <a:ext cx="5510653" cy="5510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BF964CB6-AB81-9071-E71D-49C8B5ECF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090" y="4588071"/>
            <a:ext cx="4713304" cy="1828800"/>
          </a:xfrm>
          <a:prstGeom prst="rect">
            <a:avLst/>
          </a:prstGeom>
        </p:spPr>
      </p:pic>
      <p:pic>
        <p:nvPicPr>
          <p:cNvPr id="7" name="Image 6" descr="preencoded.png">
            <a:extLst>
              <a:ext uri="{FF2B5EF4-FFF2-40B4-BE49-F238E27FC236}">
                <a16:creationId xmlns:a16="http://schemas.microsoft.com/office/drawing/2014/main" id="{C03C7E3F-CEDE-BA7A-334C-63DE7F239B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666" y="4972833"/>
            <a:ext cx="959793" cy="9844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E0D27F-8DB7-CC42-1A23-9160EEAEB66E}"/>
              </a:ext>
            </a:extLst>
          </p:cNvPr>
          <p:cNvSpPr txBox="1"/>
          <p:nvPr/>
        </p:nvSpPr>
        <p:spPr>
          <a:xfrm>
            <a:off x="1788117" y="5443520"/>
            <a:ext cx="2812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70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Samandar Gofurjonov</a:t>
            </a: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002EFE95-B204-C13D-8C66-231CC91BFDFF}"/>
              </a:ext>
            </a:extLst>
          </p:cNvPr>
          <p:cNvSpPr/>
          <p:nvPr/>
        </p:nvSpPr>
        <p:spPr>
          <a:xfrm>
            <a:off x="1909871" y="5101621"/>
            <a:ext cx="21352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highlight>
                  <a:srgbClr val="FFFF00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Course Instructor</a:t>
            </a:r>
            <a:endParaRPr lang="en-US" sz="11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Learning 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78B0463-0D2D-D5F5-38E2-C27A767C7F7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252604"/>
          <a:ext cx="8229600" cy="5330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0070C0"/>
                </a:solidFill>
              </a:rPr>
              <a:t>What is Python Interpreter ? 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Definition: </a:t>
            </a:r>
          </a:p>
          <a:p>
            <a:pPr marL="0" indent="0"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Python Interpreter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a program that </a:t>
            </a:r>
            <a:r>
              <a:rPr lang="en-US" b="1"/>
              <a:t>reads and executes Python code line by line 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and carries out (executes) the instructions.</a:t>
            </a:r>
            <a:r>
              <a:rPr lang="en-US" b="1"/>
              <a:t> </a:t>
            </a:r>
            <a:endParaRPr lang="en-US"/>
          </a:p>
          <a:p>
            <a:pPr marL="0" indent="0"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It acts as a bridge between your code and the computer hardware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Installing Python = installing the interpreter + standard library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most common version is called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Cpython</a:t>
            </a:r>
          </a:p>
          <a:p>
            <a:pPr marL="0" indent="0"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Never forget: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your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Python code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never runs directly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on the CPU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The interpreter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is always in the middle."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Two Views of Running a Program</a:t>
            </a:r>
            <a:endParaRPr lang="en-US" b="1" dirty="0">
              <a:solidFill>
                <a:srgbClr val="0070C0"/>
              </a:solidFill>
              <a:effectLst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CE83135-F029-232E-2F05-BEAFE260DE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939" y="1417638"/>
            <a:ext cx="8229600" cy="24529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BEDEBD-8D5A-6F38-2066-D5DFFA6F1A62}"/>
              </a:ext>
            </a:extLst>
          </p:cNvPr>
          <p:cNvSpPr txBox="1"/>
          <p:nvPr/>
        </p:nvSpPr>
        <p:spPr>
          <a:xfrm>
            <a:off x="4572000" y="6317885"/>
            <a:ext cx="2501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effectLst/>
              </a:rPr>
              <a:t>Example:     </a:t>
            </a:r>
            <a:r>
              <a:rPr lang="en-US" b="1" dirty="0" err="1">
                <a:solidFill>
                  <a:srgbClr val="0070C0"/>
                </a:solidFill>
              </a:rPr>
              <a:t>example</a:t>
            </a:r>
            <a:r>
              <a:rPr lang="en-US" b="1" dirty="0" err="1">
                <a:solidFill>
                  <a:srgbClr val="0070C0"/>
                </a:solidFill>
                <a:effectLst/>
              </a:rPr>
              <a:t>.py</a:t>
            </a:r>
            <a:endParaRPr lang="en-US" b="1" dirty="0">
              <a:solidFill>
                <a:srgbClr val="0070C0"/>
              </a:solidFill>
              <a:effectLst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E830AC-9756-69D4-FFFA-164B351AA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600" y="4049647"/>
            <a:ext cx="4394200" cy="21971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B59C531-D870-E1C6-8C16-CA5474A0ACCD}"/>
              </a:ext>
            </a:extLst>
          </p:cNvPr>
          <p:cNvSpPr txBox="1"/>
          <p:nvPr/>
        </p:nvSpPr>
        <p:spPr>
          <a:xfrm>
            <a:off x="331939" y="4197934"/>
            <a:ext cx="381399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“Most of you will only see the </a:t>
            </a:r>
            <a:r>
              <a:rPr lang="en-US" sz="2000" b="1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Programmer’s view. </a:t>
            </a:r>
          </a:p>
          <a:p>
            <a:pPr>
              <a:buNone/>
            </a:pPr>
            <a:endParaRPr lang="en-US" sz="2000" b="1" dirty="0">
              <a:effectLst/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b="1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Today we will explore the hidden </a:t>
            </a:r>
            <a:r>
              <a:rPr lang="en-US" sz="2000" b="1" dirty="0">
                <a:solidFill>
                  <a:srgbClr val="00B05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Python view.”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Python’s Internal Execution Model</a:t>
            </a:r>
            <a:endParaRPr lang="en-US" b="1" dirty="0">
              <a:solidFill>
                <a:srgbClr val="0070C0"/>
              </a:solidFill>
              <a:effectLst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131FD1-936B-08CD-380F-A988D2F8CAB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Clear Diagram Of Execution Model</a:t>
            </a:r>
            <a:endParaRPr b="1" dirty="0">
              <a:solidFill>
                <a:srgbClr val="0070C0"/>
              </a:solidFill>
            </a:endParaRP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4E24802A-180A-2FE0-3E7C-FA615E6D07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1" y="1417638"/>
            <a:ext cx="8135470" cy="50100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Bytecode in Detail</a:t>
            </a:r>
            <a:endParaRPr lang="en-US" b="1" dirty="0">
              <a:solidFill>
                <a:srgbClr val="0070C0"/>
              </a:solidFill>
              <a:effectLst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02B83C-0AE5-67AC-BC7E-C638BCF380F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Example of real bytecode:</a:t>
            </a:r>
            <a:endParaRPr lang="en-US" b="1" dirty="0">
              <a:solidFill>
                <a:srgbClr val="0070C0"/>
              </a:solidFill>
              <a:effectLst/>
            </a:endParaRPr>
          </a:p>
        </p:txBody>
      </p:sp>
      <p:pic>
        <p:nvPicPr>
          <p:cNvPr id="4098" name="Picture 2" descr="Image">
            <a:extLst>
              <a:ext uri="{FF2B5EF4-FFF2-40B4-BE49-F238E27FC236}">
                <a16:creationId xmlns:a16="http://schemas.microsoft.com/office/drawing/2014/main" id="{7FD9FDF7-E227-30A4-9EF7-0B75029AB76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48" y="1273595"/>
            <a:ext cx="7843504" cy="4310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9E8118-1C34-07DD-9574-4F6FF96BA075}"/>
              </a:ext>
            </a:extLst>
          </p:cNvPr>
          <p:cNvSpPr txBox="1"/>
          <p:nvPr/>
        </p:nvSpPr>
        <p:spPr>
          <a:xfrm>
            <a:off x="832981" y="5937031"/>
            <a:ext cx="6807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  <a:effectLst/>
              </a:rPr>
              <a:t>"</a:t>
            </a:r>
            <a:r>
              <a:rPr lang="en-US" b="1" dirty="0">
                <a:solidFill>
                  <a:srgbClr val="FF0000"/>
                </a:solidFill>
                <a:effectLst/>
                <a:highlight>
                  <a:srgbClr val="FFFF00"/>
                </a:highlight>
              </a:rPr>
              <a:t>You will never write </a:t>
            </a:r>
            <a:r>
              <a:rPr lang="en-US" b="1" dirty="0">
                <a:solidFill>
                  <a:srgbClr val="FF0000"/>
                </a:solidFill>
                <a:effectLst/>
                <a:highlight>
                  <a:srgbClr val="00FF00"/>
                </a:highlight>
              </a:rPr>
              <a:t>bytecode</a:t>
            </a:r>
            <a:r>
              <a:rPr lang="en-US" b="1" dirty="0">
                <a:solidFill>
                  <a:srgbClr val="FF0000"/>
                </a:solidFill>
                <a:effectLst/>
              </a:rPr>
              <a:t> yourself — </a:t>
            </a:r>
            <a:r>
              <a:rPr lang="en-US" b="1" dirty="0">
                <a:solidFill>
                  <a:srgbClr val="FF0000"/>
                </a:solidFill>
                <a:effectLst/>
                <a:highlight>
                  <a:srgbClr val="FFFF00"/>
                </a:highlight>
              </a:rPr>
              <a:t>Python</a:t>
            </a:r>
            <a:r>
              <a:rPr lang="en-US" b="1" dirty="0">
                <a:solidFill>
                  <a:srgbClr val="FF0000"/>
                </a:solidFill>
                <a:effectLst/>
              </a:rPr>
              <a:t> does it for you."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047" y="274638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Why Does Python Use Bytecode?</a:t>
            </a:r>
            <a:endParaRPr lang="en-US" b="1" dirty="0">
              <a:solidFill>
                <a:srgbClr val="0070C0"/>
              </a:solidFill>
              <a:effectLst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E3D45C-D0F3-4CC6-6675-88F5AEA8A4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7360590"/>
              </p:ext>
            </p:extLst>
          </p:nvPr>
        </p:nvGraphicFramePr>
        <p:xfrm>
          <a:off x="0" y="1302708"/>
          <a:ext cx="9143999" cy="35448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EE6D2A8-A95F-029C-1123-35AD1F3C80C5}"/>
              </a:ext>
            </a:extLst>
          </p:cNvPr>
          <p:cNvSpPr txBox="1"/>
          <p:nvPr/>
        </p:nvSpPr>
        <p:spPr>
          <a:xfrm>
            <a:off x="538619" y="4847573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  <a:effectLst/>
              </a:rPr>
              <a:t>"This is why Python is so popular: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  <a:effectLst/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Y</a:t>
            </a:r>
            <a:r>
              <a:rPr lang="en-US" b="1" dirty="0">
                <a:solidFill>
                  <a:srgbClr val="FF0000"/>
                </a:solidFill>
                <a:effectLst/>
              </a:rPr>
              <a:t>ou get rapid development without sacrificing too much performance."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153" y="400836"/>
            <a:ext cx="7622185" cy="663878"/>
          </a:xfrm>
        </p:spPr>
        <p:txBody>
          <a:bodyPr anchor="t">
            <a:normAutofit/>
          </a:bodyPr>
          <a:lstStyle/>
          <a:p>
            <a:pPr algn="r"/>
            <a:r>
              <a:rPr lang="en-US" sz="3000" b="1" dirty="0">
                <a:solidFill>
                  <a:srgbClr val="0070C0"/>
                </a:solidFill>
              </a:rPr>
              <a:t>Development&amp; Performance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153" y="1177447"/>
            <a:ext cx="8386273" cy="4527894"/>
          </a:xfrm>
        </p:spPr>
        <p:txBody>
          <a:bodyPr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000" b="1" dirty="0"/>
              <a:t>Development Advantages</a:t>
            </a:r>
          </a:p>
          <a:p>
            <a:pPr marL="0" indent="0">
              <a:lnSpc>
                <a:spcPct val="90000"/>
              </a:lnSpc>
              <a:buNone/>
            </a:pPr>
            <a:endParaRPr lang="en-US" sz="1700" dirty="0"/>
          </a:p>
          <a:p>
            <a:pPr>
              <a:lnSpc>
                <a:spcPct val="90000"/>
              </a:lnSpc>
            </a:pPr>
            <a:r>
              <a:rPr lang="en-US" sz="1700" dirty="0"/>
              <a:t>Edit &amp; run instantly</a:t>
            </a:r>
          </a:p>
          <a:p>
            <a:pPr marL="0" indent="0">
              <a:lnSpc>
                <a:spcPct val="90000"/>
              </a:lnSpc>
              <a:buNone/>
            </a:pPr>
            <a:endParaRPr lang="en-US" sz="1700" dirty="0"/>
          </a:p>
          <a:p>
            <a:pPr>
              <a:lnSpc>
                <a:spcPct val="90000"/>
              </a:lnSpc>
            </a:pPr>
            <a:r>
              <a:rPr lang="en-US" sz="1700" dirty="0"/>
              <a:t>Very dynamic (code can create and run other code at runtime)</a:t>
            </a:r>
          </a:p>
          <a:p>
            <a:pPr marL="0" indent="0">
              <a:lnSpc>
                <a:spcPct val="90000"/>
              </a:lnSpc>
              <a:buNone/>
            </a:pPr>
            <a:endParaRPr lang="en-US" sz="1700" dirty="0"/>
          </a:p>
          <a:p>
            <a:pPr>
              <a:lnSpc>
                <a:spcPct val="90000"/>
              </a:lnSpc>
            </a:pPr>
            <a:r>
              <a:rPr lang="en-US" sz="1700" dirty="0"/>
              <a:t>Easy to customize programs on-site</a:t>
            </a:r>
          </a:p>
          <a:p>
            <a:pPr marL="0" indent="0">
              <a:lnSpc>
                <a:spcPct val="90000"/>
              </a:lnSpc>
              <a:buNone/>
            </a:pPr>
            <a:endParaRPr lang="en-US" sz="2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2000" b="1" dirty="0"/>
              <a:t>Performance Note</a:t>
            </a:r>
            <a:r>
              <a:rPr lang="en-US" sz="2000" dirty="0"/>
              <a:t> </a:t>
            </a:r>
          </a:p>
          <a:p>
            <a:pPr marL="0" indent="0">
              <a:lnSpc>
                <a:spcPct val="90000"/>
              </a:lnSpc>
              <a:buNone/>
            </a:pPr>
            <a:endParaRPr lang="en-US" sz="1700" dirty="0"/>
          </a:p>
          <a:p>
            <a:pPr>
              <a:lnSpc>
                <a:spcPct val="90000"/>
              </a:lnSpc>
            </a:pPr>
            <a:r>
              <a:rPr lang="en-US" sz="1700" b="1" dirty="0"/>
              <a:t>Pure Python </a:t>
            </a:r>
            <a:r>
              <a:rPr lang="en-US" sz="1700" dirty="0"/>
              <a:t>runs between traditional compiled and interpreted languages.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700" dirty="0"/>
          </a:p>
          <a:p>
            <a:pPr marL="0" indent="0">
              <a:lnSpc>
                <a:spcPct val="90000"/>
              </a:lnSpc>
              <a:buNone/>
            </a:pPr>
            <a:endParaRPr lang="en-US" sz="17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700" b="1" dirty="0">
                <a:solidFill>
                  <a:srgbClr val="FF0000"/>
                </a:solidFill>
              </a:rPr>
              <a:t>"This combination of speed-of-development + reasonable performance is Python’s biggest strength."</a:t>
            </a:r>
            <a:endParaRPr lang="en-US" sz="1700" b="1" dirty="0">
              <a:solidFill>
                <a:srgbClr val="FF0000"/>
              </a:solidFill>
              <a:effectLst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chemeClr val="accent1"/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726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Python Implementation Alternatives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44C5346-1987-37CD-3E08-A03E670494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9607163"/>
              </p:ext>
            </p:extLst>
          </p:nvPr>
        </p:nvGraphicFramePr>
        <p:xfrm>
          <a:off x="200416" y="1480268"/>
          <a:ext cx="8818326" cy="4003984"/>
        </p:xfrm>
        <a:graphic>
          <a:graphicData uri="http://schemas.openxmlformats.org/drawingml/2006/table">
            <a:tbl>
              <a:tblPr/>
              <a:tblGrid>
                <a:gridCol w="2939442">
                  <a:extLst>
                    <a:ext uri="{9D8B030D-6E8A-4147-A177-3AD203B41FA5}">
                      <a16:colId xmlns:a16="http://schemas.microsoft.com/office/drawing/2014/main" val="246518897"/>
                    </a:ext>
                  </a:extLst>
                </a:gridCol>
                <a:gridCol w="2939442">
                  <a:extLst>
                    <a:ext uri="{9D8B030D-6E8A-4147-A177-3AD203B41FA5}">
                      <a16:colId xmlns:a16="http://schemas.microsoft.com/office/drawing/2014/main" val="553175764"/>
                    </a:ext>
                  </a:extLst>
                </a:gridCol>
                <a:gridCol w="2939442">
                  <a:extLst>
                    <a:ext uri="{9D8B030D-6E8A-4147-A177-3AD203B41FA5}">
                      <a16:colId xmlns:a16="http://schemas.microsoft.com/office/drawing/2014/main" val="4175342819"/>
                    </a:ext>
                  </a:extLst>
                </a:gridCol>
              </a:tblGrid>
              <a:tr h="424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Implementation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Key Advantage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9233672"/>
                  </a:ext>
                </a:extLst>
              </a:tr>
              <a:tr h="424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effectLst/>
                        </a:rPr>
                        <a:t>Jython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Java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Works seamlessly with Java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1847487"/>
                  </a:ext>
                </a:extLst>
              </a:tr>
              <a:tr h="6625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effectLst/>
                        </a:rPr>
                        <a:t>IronPython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.NET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Works seamlessly with .NET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239408"/>
                  </a:ext>
                </a:extLst>
              </a:tr>
              <a:tr h="742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PyPy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JIT compiler (often much faster)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126369"/>
                  </a:ext>
                </a:extLst>
              </a:tr>
              <a:tr h="424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Numba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Numeric &amp; scientific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Excellent for math loops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458258"/>
                  </a:ext>
                </a:extLst>
              </a:tr>
              <a:tr h="6625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Cython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Python + C hybrid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Compiles to very fast C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822084"/>
                  </a:ext>
                </a:extLst>
              </a:tr>
              <a:tr h="6625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MicroPython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Microcontrollers &amp; browsers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Runs on tiny devices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863079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E350292-9BA5-9138-7ADF-6D4C35AEB9B5}"/>
              </a:ext>
            </a:extLst>
          </p:cNvPr>
          <p:cNvSpPr txBox="1"/>
          <p:nvPr/>
        </p:nvSpPr>
        <p:spPr>
          <a:xfrm>
            <a:off x="457200" y="5853694"/>
            <a:ext cx="6469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 err="1">
                <a:solidFill>
                  <a:srgbClr val="FF0000"/>
                </a:solidFill>
                <a:effectLst/>
              </a:rPr>
              <a:t>CPython</a:t>
            </a:r>
            <a:r>
              <a:rPr lang="en-US" b="1" dirty="0">
                <a:solidFill>
                  <a:srgbClr val="FF0000"/>
                </a:solidFill>
                <a:effectLst/>
              </a:rPr>
              <a:t> </a:t>
            </a:r>
            <a:r>
              <a:rPr lang="en-US" dirty="0">
                <a:effectLst/>
              </a:rPr>
              <a:t>= </a:t>
            </a:r>
            <a:r>
              <a:rPr lang="en-US" b="1" dirty="0">
                <a:effectLst/>
                <a:highlight>
                  <a:srgbClr val="00FF00"/>
                </a:highlight>
              </a:rPr>
              <a:t>The standard version (what we use in this course)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Standalone Executables (Frozen Binaries)</a:t>
            </a:r>
            <a:endParaRPr lang="en-US" b="1" dirty="0">
              <a:solidFill>
                <a:srgbClr val="0070C0"/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What are they?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Self-contained programs that run without installing Python on the user’s computer.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PyInstaller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cx_Freeze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py2exe,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Buildozer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single file (.exe, .app, .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“Very useful when you want to share your program with friends or customers who don’t know Python.”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Chapter Summary</a:t>
            </a:r>
            <a:endParaRPr lang="en-US" b="1" dirty="0">
              <a:solidFill>
                <a:srgbClr val="0070C0"/>
              </a:solidFill>
              <a:effectLst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906972-09C0-1249-1B16-E1F1A6CAC9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8338635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Quiz – Test Your Knowledge</a:t>
            </a:r>
            <a:endParaRPr lang="en-US" b="1" dirty="0">
              <a:solidFill>
                <a:srgbClr val="0070C0"/>
              </a:solidFill>
              <a:effectLst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5442CF-DB43-963E-7F4E-ECABC2B4A9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9053042"/>
              </p:ext>
            </p:extLst>
          </p:nvPr>
        </p:nvGraphicFramePr>
        <p:xfrm>
          <a:off x="457200" y="1600200"/>
          <a:ext cx="8229600" cy="43496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78F407-F496-990D-092D-3025A0585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Flowchart: Document 1030">
            <a:extLst>
              <a:ext uri="{FF2B5EF4-FFF2-40B4-BE49-F238E27FC236}">
                <a16:creationId xmlns:a16="http://schemas.microsoft.com/office/drawing/2014/main" id="{39053739-C0EF-59DF-8B19-769FF7DB1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631" y="0"/>
            <a:ext cx="2436019" cy="3400426"/>
          </a:xfrm>
          <a:prstGeom prst="flowChartDocument">
            <a:avLst/>
          </a:prstGeom>
          <a:solidFill>
            <a:srgbClr val="3C4D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D609E7-9773-2F3D-E5A5-0C784580B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631" y="171161"/>
            <a:ext cx="2903396" cy="28350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How</a:t>
            </a:r>
            <a:br>
              <a:rPr lang="en-US" sz="2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2400" b="1" dirty="0">
                <a:solidFill>
                  <a:schemeClr val="bg1"/>
                </a:solidFill>
              </a:rPr>
              <a:t>You Run Programs</a:t>
            </a:r>
            <a:br>
              <a:rPr lang="en-US" sz="2400" dirty="0">
                <a:solidFill>
                  <a:schemeClr val="bg1"/>
                </a:solidFill>
              </a:rPr>
            </a:br>
            <a:endParaRPr lang="en-US" sz="2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 descr="Python image for Free Download">
            <a:extLst>
              <a:ext uri="{FF2B5EF4-FFF2-40B4-BE49-F238E27FC236}">
                <a16:creationId xmlns:a16="http://schemas.microsoft.com/office/drawing/2014/main" id="{3788AB30-CE94-9AE3-518D-0805D2611DA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74025" y="216663"/>
            <a:ext cx="5510653" cy="5510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8F53E929-08F1-61AF-0E77-040D68E57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090" y="4588071"/>
            <a:ext cx="4713304" cy="1828800"/>
          </a:xfrm>
          <a:prstGeom prst="rect">
            <a:avLst/>
          </a:prstGeom>
        </p:spPr>
      </p:pic>
      <p:pic>
        <p:nvPicPr>
          <p:cNvPr id="7" name="Image 6" descr="preencoded.png">
            <a:extLst>
              <a:ext uri="{FF2B5EF4-FFF2-40B4-BE49-F238E27FC236}">
                <a16:creationId xmlns:a16="http://schemas.microsoft.com/office/drawing/2014/main" id="{2969180B-8BCA-A9C4-EE41-C62D85AF9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666" y="4972833"/>
            <a:ext cx="959793" cy="9844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ABC272-7324-4E54-BA67-43B847DE3CFA}"/>
              </a:ext>
            </a:extLst>
          </p:cNvPr>
          <p:cNvSpPr txBox="1"/>
          <p:nvPr/>
        </p:nvSpPr>
        <p:spPr>
          <a:xfrm>
            <a:off x="1788117" y="5443520"/>
            <a:ext cx="2812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70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Samandar Gofurjonov</a:t>
            </a: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52B8B6FF-8F9B-2053-25A2-0C87B7ADF6DC}"/>
              </a:ext>
            </a:extLst>
          </p:cNvPr>
          <p:cNvSpPr/>
          <p:nvPr/>
        </p:nvSpPr>
        <p:spPr>
          <a:xfrm>
            <a:off x="1909871" y="5101621"/>
            <a:ext cx="21352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highlight>
                  <a:srgbClr val="FFFF00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Course Instructor</a:t>
            </a:r>
            <a:endParaRPr lang="en-US" sz="11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63213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CF2E0-C455-75E0-44A3-4126F4C98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44887-7901-A88A-7C6F-CA26DDAAD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Learning 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1E115E-49E6-4D26-5A91-9596563C70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7166849"/>
              </p:ext>
            </p:extLst>
          </p:nvPr>
        </p:nvGraphicFramePr>
        <p:xfrm>
          <a:off x="457200" y="1252604"/>
          <a:ext cx="8229600" cy="5330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9597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487F4A-A62B-B8A1-E41B-47B14A7B7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726" y="197853"/>
            <a:ext cx="8969812" cy="1179532"/>
          </a:xfrm>
        </p:spPr>
        <p:txBody>
          <a:bodyPr>
            <a:normAutofit fontScale="90000"/>
          </a:bodyPr>
          <a:lstStyle/>
          <a:p>
            <a:pPr algn="r">
              <a:lnSpc>
                <a:spcPct val="90000"/>
              </a:lnSpc>
            </a:pPr>
            <a:r>
              <a:rPr lang="en-US" sz="4900" b="1" dirty="0">
                <a:solidFill>
                  <a:srgbClr val="0070C0"/>
                </a:solidFill>
              </a:rPr>
              <a:t>Installing Python (Quick Reminder)</a:t>
            </a:r>
            <a:br>
              <a:rPr lang="en-US" sz="4900" b="1" dirty="0"/>
            </a:br>
            <a:endParaRPr lang="en-US" sz="49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D541624-3BBE-525A-96D8-D50E3D81F7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8990010"/>
              </p:ext>
            </p:extLst>
          </p:nvPr>
        </p:nvGraphicFramePr>
        <p:xfrm>
          <a:off x="1907620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007518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4D85A-7202-0DD5-4EED-12D0B327A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>
                <a:solidFill>
                  <a:srgbClr val="0070C0"/>
                </a:solidFill>
              </a:rPr>
              <a:t>Two Main Ways to Run Code</a:t>
            </a:r>
            <a:br>
              <a:rPr lang="en-US" b="1">
                <a:solidFill>
                  <a:srgbClr val="0070C0"/>
                </a:solidFill>
              </a:rPr>
            </a:br>
            <a:endParaRPr lang="en-US" b="1" dirty="0">
              <a:solidFill>
                <a:srgbClr val="0070C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4331295-E9C3-3CC6-2BBF-FE3DDDA5AB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8734891"/>
              </p:ext>
            </p:extLst>
          </p:nvPr>
        </p:nvGraphicFramePr>
        <p:xfrm>
          <a:off x="457200" y="1417638"/>
          <a:ext cx="8229600" cy="3268504"/>
        </p:xfrm>
        <a:graphic>
          <a:graphicData uri="http://schemas.openxmlformats.org/drawingml/2006/table">
            <a:tbl>
              <a:tblPr/>
              <a:tblGrid>
                <a:gridCol w="2323578">
                  <a:extLst>
                    <a:ext uri="{9D8B030D-6E8A-4147-A177-3AD203B41FA5}">
                      <a16:colId xmlns:a16="http://schemas.microsoft.com/office/drawing/2014/main" val="3082815505"/>
                    </a:ext>
                  </a:extLst>
                </a:gridCol>
                <a:gridCol w="3494762">
                  <a:extLst>
                    <a:ext uri="{9D8B030D-6E8A-4147-A177-3AD203B41FA5}">
                      <a16:colId xmlns:a16="http://schemas.microsoft.com/office/drawing/2014/main" val="1185917434"/>
                    </a:ext>
                  </a:extLst>
                </a:gridCol>
                <a:gridCol w="2411260">
                  <a:extLst>
                    <a:ext uri="{9D8B030D-6E8A-4147-A177-3AD203B41FA5}">
                      <a16:colId xmlns:a16="http://schemas.microsoft.com/office/drawing/2014/main" val="893922320"/>
                    </a:ext>
                  </a:extLst>
                </a:gridCol>
              </a:tblGrid>
              <a:tr h="7263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Way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Best For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7499718"/>
                  </a:ext>
                </a:extLst>
              </a:tr>
              <a:tr h="1271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highlight>
                            <a:srgbClr val="00FF00"/>
                          </a:highlight>
                        </a:rPr>
                        <a:t>Interactive REPL</a:t>
                      </a:r>
                      <a:endParaRPr lang="en-US" dirty="0">
                        <a:highlight>
                          <a:srgbClr val="00FF00"/>
                        </a:highlight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Type code live at  </a:t>
                      </a:r>
                      <a:r>
                        <a:rPr lang="en-US" b="1" dirty="0">
                          <a:latin typeface="Courier New" panose="02070309020205020404" pitchFamily="49" charset="0"/>
                        </a:rPr>
                        <a:t>&gt;&gt;&gt;</a:t>
                      </a:r>
                      <a:r>
                        <a:rPr lang="en-US" b="1" dirty="0"/>
                        <a:t>   </a:t>
                      </a:r>
                      <a:r>
                        <a:rPr lang="en-US" dirty="0"/>
                        <a:t>prompt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/>
                        <a:t>Learning, testing, experiments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200509"/>
                  </a:ext>
                </a:extLst>
              </a:tr>
              <a:tr h="1271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highlight>
                            <a:srgbClr val="00FF00"/>
                          </a:highlight>
                        </a:rPr>
                        <a:t>Script Files (.</a:t>
                      </a:r>
                      <a:r>
                        <a:rPr lang="en-US" b="1" dirty="0" err="1">
                          <a:highlight>
                            <a:srgbClr val="00FF00"/>
                          </a:highlight>
                        </a:rPr>
                        <a:t>py</a:t>
                      </a:r>
                      <a:r>
                        <a:rPr lang="en-US" b="1" dirty="0">
                          <a:highlight>
                            <a:srgbClr val="00FF00"/>
                          </a:highlight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Save code permanently and run the whole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/>
                        <a:t>Real programs, reuse, sharing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37832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01AB47E-3D2A-DC0C-F5A4-04C876666992}"/>
              </a:ext>
            </a:extLst>
          </p:cNvPr>
          <p:cNvSpPr txBox="1"/>
          <p:nvPr/>
        </p:nvSpPr>
        <p:spPr>
          <a:xfrm>
            <a:off x="457199" y="5338599"/>
            <a:ext cx="77097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  <a:effectLst/>
              </a:rPr>
              <a:t>"REPL = Read-Eval-Print-Loop. Script files are what professionals use most."</a:t>
            </a:r>
          </a:p>
        </p:txBody>
      </p:sp>
    </p:spTree>
    <p:extLst>
      <p:ext uri="{BB962C8B-B14F-4D97-AF65-F5344CB8AC3E}">
        <p14:creationId xmlns:p14="http://schemas.microsoft.com/office/powerpoint/2010/main" val="270482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CDCD5-5837-8E18-0229-1B5828B9E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7"/>
            <a:ext cx="8536488" cy="119090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Starting The Interactive REPL</a:t>
            </a:r>
            <a:br>
              <a:rPr lang="en-US" b="1" dirty="0">
                <a:solidFill>
                  <a:srgbClr val="0070C0"/>
                </a:solidFill>
                <a:highlight>
                  <a:srgbClr val="00FF00"/>
                </a:highlight>
              </a:rPr>
            </a:br>
            <a:endParaRPr lang="en-US" b="1" dirty="0">
              <a:solidFill>
                <a:srgbClr val="0070C0"/>
              </a:solidFill>
              <a:highlight>
                <a:srgbClr val="00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CE57F-EC81-1321-3D6B-B018477DB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Platform commands:</a:t>
            </a:r>
          </a:p>
          <a:p>
            <a:r>
              <a:rPr lang="en-US" dirty="0">
                <a:highlight>
                  <a:srgbClr val="00FF00"/>
                </a:highlight>
              </a:rPr>
              <a:t>Windows</a:t>
            </a:r>
            <a:r>
              <a:rPr lang="en-US" dirty="0"/>
              <a:t> →</a:t>
            </a:r>
            <a:r>
              <a:rPr lang="en-US" u="sng" dirty="0"/>
              <a:t> </a:t>
            </a:r>
            <a:r>
              <a:rPr lang="en-US" b="1" u="sng" dirty="0" err="1"/>
              <a:t>py</a:t>
            </a:r>
            <a:r>
              <a:rPr lang="en-US" u="sng" dirty="0"/>
              <a:t> </a:t>
            </a:r>
            <a:r>
              <a:rPr lang="en-US" dirty="0"/>
              <a:t>(or </a:t>
            </a:r>
            <a:r>
              <a:rPr lang="en-US" b="1" u="sng" dirty="0"/>
              <a:t>python</a:t>
            </a:r>
            <a:r>
              <a:rPr lang="en-US" dirty="0"/>
              <a:t>)</a:t>
            </a:r>
          </a:p>
          <a:p>
            <a:r>
              <a:rPr lang="en-US" dirty="0">
                <a:highlight>
                  <a:srgbClr val="00FF00"/>
                </a:highlight>
              </a:rPr>
              <a:t>macOS / Linux / Android </a:t>
            </a:r>
            <a:r>
              <a:rPr lang="en-US" dirty="0"/>
              <a:t>→ </a:t>
            </a:r>
            <a:r>
              <a:rPr lang="en-US" b="1" dirty="0"/>
              <a:t>python3</a:t>
            </a:r>
          </a:p>
          <a:p>
            <a:pPr marL="0" indent="0"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endParaRPr lang="en-US" b="1" dirty="0"/>
          </a:p>
          <a:p>
            <a:endParaRPr lang="en-US" b="1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7A79FE-8A8A-8870-E950-C0AE4E06F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04252"/>
            <a:ext cx="7772400" cy="1755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A85732-1860-E6CC-2A96-802600392ABD}"/>
              </a:ext>
            </a:extLst>
          </p:cNvPr>
          <p:cNvSpPr txBox="1"/>
          <p:nvPr/>
        </p:nvSpPr>
        <p:spPr>
          <a:xfrm>
            <a:off x="144049" y="6076153"/>
            <a:ext cx="88496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  <a:effectLst/>
              </a:rPr>
              <a:t>"Anywhere you see </a:t>
            </a:r>
            <a:r>
              <a:rPr lang="en-US" dirty="0">
                <a:solidFill>
                  <a:srgbClr val="FF0000"/>
                </a:solidFill>
                <a:effectLst/>
                <a:highlight>
                  <a:srgbClr val="FFFF00"/>
                </a:highlight>
              </a:rPr>
              <a:t> “&gt;&gt;&gt;” </a:t>
            </a:r>
            <a:r>
              <a:rPr lang="en-US" dirty="0">
                <a:solidFill>
                  <a:srgbClr val="FF0000"/>
                </a:solidFill>
                <a:effectLst/>
              </a:rPr>
              <a:t>you are in the REPL. Type code and press Enter to run immediately."</a:t>
            </a:r>
          </a:p>
        </p:txBody>
      </p:sp>
    </p:spTree>
    <p:extLst>
      <p:ext uri="{BB962C8B-B14F-4D97-AF65-F5344CB8AC3E}">
        <p14:creationId xmlns:p14="http://schemas.microsoft.com/office/powerpoint/2010/main" val="9663278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FBBC-2F3B-3728-99C1-37751E5E0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Important Conventions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564259-E486-A2DF-2BCA-40029F319D1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461332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00791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FC9EE-76E7-4307-0620-94E6F6C8A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74638"/>
            <a:ext cx="8855900" cy="144142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Running Code Interactively </a:t>
            </a:r>
            <a:br>
              <a:rPr lang="en-US" b="1" dirty="0">
                <a:solidFill>
                  <a:srgbClr val="0070C0"/>
                </a:solidFill>
              </a:rPr>
            </a:br>
            <a:r>
              <a:rPr lang="en-US" b="1" dirty="0">
                <a:solidFill>
                  <a:srgbClr val="0070C0"/>
                </a:solidFill>
              </a:rPr>
              <a:t>(Why Use REPL?)</a:t>
            </a:r>
            <a:br>
              <a:rPr lang="en-US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DAC58-61EC-0B6D-6D6C-2E64C6AFC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highlight>
                  <a:srgbClr val="00FF00"/>
                </a:highlight>
              </a:rPr>
              <a:t>Two big reasons:</a:t>
            </a:r>
            <a:endParaRPr lang="en-US" dirty="0"/>
          </a:p>
          <a:p>
            <a:r>
              <a:rPr lang="en-US" b="1" dirty="0"/>
              <a:t>Learning</a:t>
            </a:r>
            <a:r>
              <a:rPr lang="en-US" dirty="0"/>
              <a:t> → instant feedback (type → see result immediately)</a:t>
            </a:r>
          </a:p>
          <a:p>
            <a:r>
              <a:rPr lang="en-US" b="1" dirty="0"/>
              <a:t>Testing</a:t>
            </a:r>
            <a:r>
              <a:rPr lang="en-US" dirty="0"/>
              <a:t> → quickly test functions from your files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9976B0-7907-E135-D6C4-85C1BE3AE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51" y="4664341"/>
            <a:ext cx="7772400" cy="1186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4778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0338C-D468-B031-5BA8-A1B4AA949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726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First Real Script</a:t>
            </a:r>
            <a:br>
              <a:rPr lang="en-US" b="1" dirty="0">
                <a:solidFill>
                  <a:srgbClr val="0070C0"/>
                </a:solidFill>
              </a:rPr>
            </a:b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81366-9913-5874-5536-98125B474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52604"/>
            <a:ext cx="8229600" cy="4873560"/>
          </a:xfrm>
        </p:spPr>
        <p:txBody>
          <a:bodyPr/>
          <a:lstStyle/>
          <a:p>
            <a:pPr marL="0" indent="0">
              <a:buNone/>
            </a:pPr>
            <a:r>
              <a:rPr lang="en-US" b="1" u="sng" dirty="0" err="1"/>
              <a:t>script.py</a:t>
            </a:r>
            <a:endParaRPr lang="en-US" b="1" u="sng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FFD844-9171-6A5B-7F86-9465939CD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2056475"/>
            <a:ext cx="7308937" cy="32466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B41FA7-96E4-8A67-56EC-4F6FA2B29CC2}"/>
              </a:ext>
            </a:extLst>
          </p:cNvPr>
          <p:cNvSpPr txBox="1"/>
          <p:nvPr/>
        </p:nvSpPr>
        <p:spPr>
          <a:xfrm>
            <a:off x="306887" y="5879322"/>
            <a:ext cx="74592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effectLst/>
                <a:highlight>
                  <a:srgbClr val="00FF00"/>
                </a:highlight>
              </a:rPr>
              <a:t>"This is our first full script. We will try to run it many different ways."</a:t>
            </a:r>
          </a:p>
        </p:txBody>
      </p:sp>
    </p:spTree>
    <p:extLst>
      <p:ext uri="{BB962C8B-B14F-4D97-AF65-F5344CB8AC3E}">
        <p14:creationId xmlns:p14="http://schemas.microsoft.com/office/powerpoint/2010/main" val="42001751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2EEE5-9B97-C270-AD22-1CBB5F3E7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Running Scripts with Command Lines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F40E9-4B1D-5AC3-F6DC-3DD72066C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49014" cy="452596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highlight>
                  <a:srgbClr val="00FF00"/>
                </a:highlight>
              </a:rPr>
              <a:t>(Most Important) !!</a:t>
            </a:r>
          </a:p>
          <a:p>
            <a:pPr marL="0" indent="0">
              <a:buNone/>
            </a:pPr>
            <a:r>
              <a:rPr lang="en-US" b="1" dirty="0">
                <a:highlight>
                  <a:srgbClr val="00FF00"/>
                </a:highlight>
              </a:rPr>
              <a:t>Steps:</a:t>
            </a:r>
            <a:endParaRPr lang="en-US" dirty="0">
              <a:highlight>
                <a:srgbClr val="00FF00"/>
              </a:highlight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Open terminal / command prompt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cd </a:t>
            </a:r>
            <a:r>
              <a:rPr lang="en-US" dirty="0"/>
              <a:t>to </a:t>
            </a:r>
            <a:r>
              <a:rPr lang="en-US" b="1" dirty="0"/>
              <a:t>your project folder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Type</a:t>
            </a:r>
            <a:r>
              <a:rPr lang="en-US" dirty="0"/>
              <a:t>: </a:t>
            </a:r>
            <a:r>
              <a:rPr lang="en-US" dirty="0">
                <a:highlight>
                  <a:srgbClr val="00FF00"/>
                </a:highlight>
              </a:rPr>
              <a:t>python3 script1.py </a:t>
            </a:r>
            <a:r>
              <a:rPr lang="en-US" dirty="0"/>
              <a:t>(use </a:t>
            </a:r>
            <a:r>
              <a:rPr lang="en-US" dirty="0" err="1"/>
              <a:t>py</a:t>
            </a:r>
            <a:r>
              <a:rPr lang="en-US" dirty="0"/>
              <a:t> on Windows)</a:t>
            </a:r>
          </a:p>
          <a:p>
            <a:pPr marL="0" indent="0">
              <a:buNone/>
            </a:pPr>
            <a:r>
              <a:rPr lang="en-US" dirty="0"/>
              <a:t>Output: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7339BE-8853-CE6B-6130-9B0FCFAB7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40" y="5257800"/>
            <a:ext cx="7772400" cy="125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7616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CEA05-A2EE-424F-FD59-E6BE1B099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Command-Line Variations</a:t>
            </a:r>
            <a:br>
              <a:rPr lang="en-US" b="1" dirty="0">
                <a:solidFill>
                  <a:srgbClr val="0070C0"/>
                </a:solidFill>
              </a:rPr>
            </a:b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DBB7B-30B6-D046-648B-8FF52F9BF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86384" cy="4525963"/>
          </a:xfrm>
        </p:spPr>
        <p:txBody>
          <a:bodyPr/>
          <a:lstStyle/>
          <a:p>
            <a:r>
              <a:rPr lang="en-US" b="1" dirty="0"/>
              <a:t>Redirect output:  </a:t>
            </a:r>
            <a:r>
              <a:rPr lang="en-US" u="sng" dirty="0">
                <a:highlight>
                  <a:srgbClr val="00FF00"/>
                </a:highlight>
              </a:rPr>
              <a:t>python3 script1.py &gt; </a:t>
            </a:r>
            <a:r>
              <a:rPr lang="en-US" u="sng" dirty="0" err="1">
                <a:highlight>
                  <a:srgbClr val="00FF00"/>
                </a:highlight>
              </a:rPr>
              <a:t>saveit.txt</a:t>
            </a:r>
            <a:endParaRPr lang="en-US" u="sng" dirty="0">
              <a:highlight>
                <a:srgbClr val="00FF00"/>
              </a:highlight>
            </a:endParaRPr>
          </a:p>
          <a:p>
            <a:r>
              <a:rPr lang="en-US" b="1" dirty="0"/>
              <a:t>Windows shortcut:  </a:t>
            </a:r>
            <a:r>
              <a:rPr lang="en-US" i="1" dirty="0"/>
              <a:t>just type  </a:t>
            </a:r>
            <a:r>
              <a:rPr lang="en-US" dirty="0">
                <a:highlight>
                  <a:srgbClr val="00FF00"/>
                </a:highlight>
              </a:rPr>
              <a:t>script1.py</a:t>
            </a:r>
          </a:p>
          <a:p>
            <a:r>
              <a:rPr lang="en-US" b="1" dirty="0"/>
              <a:t>Run file in another folder</a:t>
            </a:r>
            <a:r>
              <a:rPr lang="en-US" dirty="0"/>
              <a:t>:  </a:t>
            </a:r>
            <a:r>
              <a:rPr lang="en-US" i="1" dirty="0"/>
              <a:t>give full path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  <a:highlight>
                  <a:srgbClr val="FFFF00"/>
                </a:highlight>
              </a:rPr>
              <a:t>"These tricks </a:t>
            </a:r>
            <a:r>
              <a:rPr lang="en-US" b="1" dirty="0">
                <a:solidFill>
                  <a:srgbClr val="00B050"/>
                </a:solidFill>
              </a:rPr>
              <a:t>are useful for </a:t>
            </a:r>
            <a:r>
              <a:rPr lang="en-US" b="1" dirty="0">
                <a:solidFill>
                  <a:srgbClr val="00B050"/>
                </a:solidFill>
                <a:highlight>
                  <a:srgbClr val="00FFFF"/>
                </a:highlight>
              </a:rPr>
              <a:t>testing and saving results."</a:t>
            </a:r>
          </a:p>
          <a:p>
            <a:endParaRPr lang="en-US" i="1" dirty="0"/>
          </a:p>
          <a:p>
            <a:endParaRPr lang="en-US" dirty="0">
              <a:highlight>
                <a:srgbClr val="00FF00"/>
              </a:highlight>
            </a:endParaRPr>
          </a:p>
          <a:p>
            <a:endParaRPr lang="en-US" u="sng" dirty="0">
              <a:highlight>
                <a:srgbClr val="00FF00"/>
              </a:highligh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0120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3E139-364C-293C-42E8-44D9C73DC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Other Ways to Run Files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FD29651-8DA0-2A0E-D3B4-55037AAD40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7039157"/>
              </p:ext>
            </p:extLst>
          </p:nvPr>
        </p:nvGraphicFramePr>
        <p:xfrm>
          <a:off x="457200" y="1227551"/>
          <a:ext cx="8229600" cy="4797467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063857013"/>
                    </a:ext>
                  </a:extLst>
                </a:gridCol>
                <a:gridCol w="2473890">
                  <a:extLst>
                    <a:ext uri="{9D8B030D-6E8A-4147-A177-3AD203B41FA5}">
                      <a16:colId xmlns:a16="http://schemas.microsoft.com/office/drawing/2014/main" val="2823203972"/>
                    </a:ext>
                  </a:extLst>
                </a:gridCol>
                <a:gridCol w="3012510">
                  <a:extLst>
                    <a:ext uri="{9D8B030D-6E8A-4147-A177-3AD203B41FA5}">
                      <a16:colId xmlns:a16="http://schemas.microsoft.com/office/drawing/2014/main" val="1045356303"/>
                    </a:ext>
                  </a:extLst>
                </a:gridCol>
              </a:tblGrid>
              <a:tr h="7107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How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Notes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4382925"/>
                  </a:ext>
                </a:extLst>
              </a:tr>
              <a:tr h="7107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File icon click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Double-click </a:t>
                      </a:r>
                      <a:r>
                        <a:rPr lang="en-US" dirty="0">
                          <a:highlight>
                            <a:srgbClr val="00FF00"/>
                          </a:highlight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 dirty="0" err="1">
                          <a:highlight>
                            <a:srgbClr val="00FF00"/>
                          </a:highlight>
                          <a:latin typeface="Courier New" panose="02070309020205020404" pitchFamily="49" charset="0"/>
                        </a:rPr>
                        <a:t>py</a:t>
                      </a:r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Window may close too 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9654420"/>
                  </a:ext>
                </a:extLst>
              </a:tr>
              <a:tr h="12437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IDLE GUI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Run → Run Module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Free, visual, comes with Python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2225514"/>
                  </a:ext>
                </a:extLst>
              </a:tr>
              <a:tr h="7107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Smartphone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Tap file in app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Android/iOS Python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510763"/>
                  </a:ext>
                </a:extLst>
              </a:tr>
              <a:tr h="7107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/>
                        <a:t>Jupyter</a:t>
                      </a:r>
                      <a:r>
                        <a:rPr lang="en-US" b="1" dirty="0"/>
                        <a:t> Notebooks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Web browser cells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Great for science/data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3269356"/>
                  </a:ext>
                </a:extLst>
              </a:tr>
              <a:tr h="7107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/>
                        <a:t>WebAssembly</a:t>
                      </a:r>
                      <a:r>
                        <a:rPr lang="en-US" b="1" dirty="0"/>
                        <a:t> (</a:t>
                      </a:r>
                      <a:r>
                        <a:rPr lang="en-US" b="1" dirty="0" err="1"/>
                        <a:t>Pyodide</a:t>
                      </a:r>
                      <a:r>
                        <a:rPr lang="en-US" b="1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Run in browser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Emerging technology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161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42118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3CF37D-5643-0E32-AB27-46CF25B67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 b="1" dirty="0">
                <a:solidFill>
                  <a:srgbClr val="FFFFFF"/>
                </a:solidFill>
              </a:rPr>
              <a:t>Other IDEs for Python</a:t>
            </a:r>
            <a:br>
              <a:rPr lang="en-US" sz="3500" dirty="0">
                <a:solidFill>
                  <a:srgbClr val="FFFFFF"/>
                </a:solidFill>
              </a:rPr>
            </a:br>
            <a:endParaRPr lang="en-US" sz="35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632DC-8A08-30AE-A119-8A1152F10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IDLE is great for beginners, but…</a:t>
            </a:r>
            <a:endParaRPr lang="en-US" sz="2400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000" b="1" dirty="0"/>
              <a:t>More powerful alternatives:</a:t>
            </a:r>
          </a:p>
          <a:p>
            <a:pPr marL="0" indent="0">
              <a:buNone/>
            </a:pPr>
            <a:endParaRPr lang="en-US" sz="1700" b="1" dirty="0"/>
          </a:p>
          <a:p>
            <a:r>
              <a:rPr lang="en-US" sz="1700" b="1" dirty="0"/>
              <a:t>PyCharm</a:t>
            </a:r>
          </a:p>
          <a:p>
            <a:pPr marL="0" indent="0">
              <a:buNone/>
            </a:pPr>
            <a:endParaRPr lang="en-US" sz="1700" dirty="0"/>
          </a:p>
          <a:p>
            <a:r>
              <a:rPr lang="en-US" sz="1700" b="1" dirty="0" err="1"/>
              <a:t>VSCode</a:t>
            </a:r>
            <a:endParaRPr lang="en-US" sz="1700" b="1" dirty="0"/>
          </a:p>
          <a:p>
            <a:pPr marL="0" indent="0">
              <a:buNone/>
            </a:pPr>
            <a:endParaRPr lang="en-US" sz="1700" dirty="0"/>
          </a:p>
          <a:p>
            <a:r>
              <a:rPr lang="en-US" sz="1700" b="1" dirty="0" err="1"/>
              <a:t>PyDev</a:t>
            </a:r>
            <a:endParaRPr lang="en-US" sz="1700" b="1" dirty="0"/>
          </a:p>
          <a:p>
            <a:pPr marL="0" indent="0">
              <a:buNone/>
            </a:pPr>
            <a:endParaRPr lang="en-US" sz="1700" dirty="0"/>
          </a:p>
          <a:p>
            <a:r>
              <a:rPr lang="en-US" sz="1700" b="1" dirty="0"/>
              <a:t>Wing</a:t>
            </a:r>
          </a:p>
          <a:p>
            <a:pPr marL="0" indent="0">
              <a:buNone/>
            </a:pPr>
            <a:endParaRPr lang="en-US" sz="1700" dirty="0"/>
          </a:p>
          <a:p>
            <a:r>
              <a:rPr lang="en-US" sz="1700" b="1" dirty="0"/>
              <a:t>Spyder</a:t>
            </a:r>
          </a:p>
          <a:p>
            <a:pPr marL="0" indent="0">
              <a:buNone/>
            </a:pPr>
            <a:endParaRPr lang="en-US" sz="1700" dirty="0"/>
          </a:p>
          <a:p>
            <a:r>
              <a:rPr lang="en-US" sz="1700" b="1" dirty="0" err="1"/>
              <a:t>PyScripter</a:t>
            </a:r>
            <a:endParaRPr lang="en-US" sz="1700" dirty="0"/>
          </a:p>
          <a:p>
            <a:pPr marL="0" indent="0">
              <a:buNone/>
            </a:pPr>
            <a:endParaRPr lang="en-US" sz="1700" b="1" dirty="0"/>
          </a:p>
        </p:txBody>
      </p:sp>
    </p:spTree>
    <p:extLst>
      <p:ext uri="{BB962C8B-B14F-4D97-AF65-F5344CB8AC3E}">
        <p14:creationId xmlns:p14="http://schemas.microsoft.com/office/powerpoint/2010/main" val="40909990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0573A-4313-B998-FABD-E83BC0DCF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Running Code in Code (Imports &amp; More)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9BE8B-E36A-47DA-A97D-1DF0E0F2B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 Importing modules</a:t>
            </a:r>
            <a:endParaRPr lang="en-US" dirty="0"/>
          </a:p>
          <a:p>
            <a:r>
              <a:rPr lang="en-US" dirty="0"/>
              <a:t>Every .</a:t>
            </a:r>
            <a:r>
              <a:rPr lang="en-US" dirty="0" err="1"/>
              <a:t>py</a:t>
            </a:r>
            <a:r>
              <a:rPr lang="en-US" dirty="0"/>
              <a:t> file = a </a:t>
            </a:r>
            <a:r>
              <a:rPr lang="en-US" b="1" dirty="0"/>
              <a:t>module</a:t>
            </a:r>
            <a:endParaRPr lang="en-US" dirty="0"/>
          </a:p>
          <a:p>
            <a:r>
              <a:rPr lang="en-US" dirty="0"/>
              <a:t>import loads and runs the file</a:t>
            </a:r>
          </a:p>
          <a:p>
            <a:pPr marL="0" indent="0">
              <a:buNone/>
            </a:pPr>
            <a:r>
              <a:rPr lang="en-US" b="1" dirty="0"/>
              <a:t>Example: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0ADDD9-AF73-1E55-BEB1-FB55DD2A0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54065"/>
            <a:ext cx="7772400" cy="8797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A90E0B-21DA-AFB3-F74B-66662F082D5B}"/>
              </a:ext>
            </a:extLst>
          </p:cNvPr>
          <p:cNvSpPr txBox="1"/>
          <p:nvPr/>
        </p:nvSpPr>
        <p:spPr>
          <a:xfrm>
            <a:off x="457200" y="5256804"/>
            <a:ext cx="6670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  <a:highlight>
                  <a:srgbClr val="00FF00"/>
                </a:highlight>
              </a:rPr>
              <a:t>"Imports are the foundation of larger Python programs."</a:t>
            </a:r>
          </a:p>
        </p:txBody>
      </p:sp>
    </p:spTree>
    <p:extLst>
      <p:ext uri="{BB962C8B-B14F-4D97-AF65-F5344CB8AC3E}">
        <p14:creationId xmlns:p14="http://schemas.microsoft.com/office/powerpoint/2010/main" val="13727208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D2935-BF6D-07F1-5BA1-A6A15F460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Reloading Modules</a:t>
            </a:r>
            <a:br>
              <a:rPr lang="en-US" b="1" dirty="0">
                <a:solidFill>
                  <a:srgbClr val="0070C0"/>
                </a:solidFill>
              </a:rPr>
            </a:b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C87C9-AF28-D19C-087A-F39B53878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573" y="1039660"/>
            <a:ext cx="8705589" cy="53987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Problem: 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i="1" dirty="0"/>
              <a:t>import runs a file only once per session.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Solution:</a:t>
            </a:r>
          </a:p>
          <a:p>
            <a:pPr marL="0" indent="0">
              <a:buNone/>
            </a:pPr>
            <a:endParaRPr lang="en-US" dirty="0"/>
          </a:p>
          <a:p>
            <a:endParaRPr lang="en-US" i="1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"Reload lets you test changes without restarting Python."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9908FD-9BF5-6B23-B141-6F41996E3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192" y="2840799"/>
            <a:ext cx="40132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129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6B0AE-32B6-492A-7A34-C8D967F2A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Module Attributes – First Look</a:t>
            </a:r>
            <a:br>
              <a:rPr lang="en-US" b="1" dirty="0">
                <a:solidFill>
                  <a:srgbClr val="0070C0"/>
                </a:solidFill>
              </a:rPr>
            </a:b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D595A-B70C-6A11-56A2-0BFD66981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89764"/>
            <a:ext cx="8229600" cy="503639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4400" b="1" dirty="0"/>
              <a:t>Key concepts: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3600" dirty="0"/>
              <a:t>Module = </a:t>
            </a:r>
            <a:r>
              <a:rPr lang="en-US" sz="3600" b="1" dirty="0"/>
              <a:t>namespace</a:t>
            </a:r>
            <a:r>
              <a:rPr lang="en-US" sz="3600" dirty="0"/>
              <a:t> (package of names)</a:t>
            </a:r>
          </a:p>
          <a:p>
            <a:r>
              <a:rPr lang="en-US" sz="3600" dirty="0"/>
              <a:t>Top-level variables = </a:t>
            </a:r>
            <a:r>
              <a:rPr lang="en-US" sz="3600" b="1" dirty="0"/>
              <a:t>attributes</a:t>
            </a:r>
            <a:endParaRPr lang="en-US" sz="3600" dirty="0"/>
          </a:p>
          <a:p>
            <a:r>
              <a:rPr lang="en-US" sz="3600" dirty="0"/>
              <a:t>Access with . (dot) or from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highlight>
                  <a:srgbClr val="00FF00"/>
                </a:highlight>
              </a:rPr>
              <a:t>Simple example </a:t>
            </a:r>
            <a:r>
              <a:rPr lang="en-US" dirty="0"/>
              <a:t>(</a:t>
            </a:r>
            <a:r>
              <a:rPr lang="en-US" b="1" dirty="0" err="1"/>
              <a:t>myfile.py</a:t>
            </a:r>
            <a:r>
              <a:rPr lang="en-US" dirty="0"/>
              <a:t>):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Usage:</a:t>
            </a:r>
            <a:endParaRPr lang="en-US" dirty="0"/>
          </a:p>
          <a:p>
            <a:r>
              <a:rPr lang="en-US" b="1" dirty="0"/>
              <a:t>import </a:t>
            </a:r>
            <a:r>
              <a:rPr lang="en-US" b="1" dirty="0" err="1"/>
              <a:t>myfile</a:t>
            </a:r>
            <a:r>
              <a:rPr lang="en-US" b="1" dirty="0"/>
              <a:t> </a:t>
            </a:r>
            <a:r>
              <a:rPr lang="en-US" dirty="0"/>
              <a:t>→ </a:t>
            </a:r>
            <a:r>
              <a:rPr lang="en-US" b="1" dirty="0" err="1"/>
              <a:t>myfile.title</a:t>
            </a:r>
            <a:endParaRPr lang="en-US" b="1" dirty="0"/>
          </a:p>
          <a:p>
            <a:r>
              <a:rPr lang="en-US" b="1" dirty="0"/>
              <a:t>from </a:t>
            </a:r>
            <a:r>
              <a:rPr lang="en-US" b="1" dirty="0" err="1"/>
              <a:t>myfile</a:t>
            </a:r>
            <a:r>
              <a:rPr lang="en-US" b="1" dirty="0"/>
              <a:t> import title </a:t>
            </a:r>
            <a:r>
              <a:rPr lang="en-US" dirty="0"/>
              <a:t>→ </a:t>
            </a:r>
            <a:r>
              <a:rPr lang="en-US" b="1" dirty="0"/>
              <a:t>title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               "Modules prevent name collisions and organize code."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74AFB6-498A-0F9B-560C-AF048AECA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711" y="3090797"/>
            <a:ext cx="4902200" cy="130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7992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A31A1-558D-CD86-9867-C21BD2D51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Module Attributes – Bigger Example</a:t>
            </a:r>
            <a:br>
              <a:rPr lang="en-US" b="1" dirty="0">
                <a:solidFill>
                  <a:srgbClr val="0070C0"/>
                </a:solidFill>
              </a:rPr>
            </a:b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E6CC2-299E-76D6-AC99-EF9689047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After import: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  <a:p>
            <a:r>
              <a:rPr lang="en-US" b="1" dirty="0"/>
              <a:t>import </a:t>
            </a:r>
            <a:r>
              <a:rPr lang="en-US" b="1" dirty="0" err="1"/>
              <a:t>threenames</a:t>
            </a:r>
            <a:r>
              <a:rPr lang="en-US" b="1" dirty="0"/>
              <a:t> </a:t>
            </a:r>
            <a:r>
              <a:rPr lang="en-US" dirty="0"/>
              <a:t>→ </a:t>
            </a:r>
            <a:r>
              <a:rPr lang="en-US" b="1" dirty="0" err="1"/>
              <a:t>threenames.b</a:t>
            </a:r>
            <a:endParaRPr lang="en-US" b="1" dirty="0"/>
          </a:p>
          <a:p>
            <a:r>
              <a:rPr lang="en-US" b="1" dirty="0"/>
              <a:t>from </a:t>
            </a:r>
            <a:r>
              <a:rPr lang="en-US" b="1" dirty="0" err="1"/>
              <a:t>threenames</a:t>
            </a:r>
            <a:r>
              <a:rPr lang="en-US" b="1" dirty="0"/>
              <a:t> import b, c </a:t>
            </a:r>
            <a:r>
              <a:rPr lang="en-US" dirty="0"/>
              <a:t>→ </a:t>
            </a:r>
            <a:r>
              <a:rPr lang="en-US" i="1" dirty="0"/>
              <a:t>use b, c directly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885A1A-DCEE-C959-73BA-786ECC3FD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814" y="1600200"/>
            <a:ext cx="3945698" cy="2346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6317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D2CB2-C6CA-EE03-BE6A-5BE69561D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The exec Built-in</a:t>
            </a:r>
            <a:br>
              <a:rPr lang="en-US" b="1" dirty="0">
                <a:solidFill>
                  <a:srgbClr val="0070C0"/>
                </a:solidFill>
              </a:rPr>
            </a:b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C2565-F341-663A-C61A-74FDBACC9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Alternative to </a:t>
            </a:r>
            <a:r>
              <a:rPr lang="en-US" b="1" dirty="0">
                <a:highlight>
                  <a:srgbClr val="00FF00"/>
                </a:highlight>
              </a:rPr>
              <a:t>import</a:t>
            </a:r>
            <a:r>
              <a:rPr lang="en-US" b="1" dirty="0"/>
              <a:t>: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exec()</a:t>
            </a:r>
          </a:p>
          <a:p>
            <a:endParaRPr lang="en-US" dirty="0"/>
          </a:p>
          <a:p>
            <a:r>
              <a:rPr lang="en-US" b="1" dirty="0"/>
              <a:t>Pros:</a:t>
            </a:r>
            <a:r>
              <a:rPr lang="en-US" dirty="0"/>
              <a:t> Runs current version every time (no reload needed)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Cons:</a:t>
            </a:r>
            <a:r>
              <a:rPr lang="en-US" dirty="0"/>
              <a:t> Can overwrite variables in current namespace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"Useful for dynamic code, but import/reload is usually safer."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61F8EA-F990-35C5-1EAB-601FE1C59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1326" y="1600200"/>
            <a:ext cx="44577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068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1345</Words>
  <Application>Microsoft Macintosh PowerPoint</Application>
  <PresentationFormat>On-screen Show (4:3)</PresentationFormat>
  <Paragraphs>261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Courier New</vt:lpstr>
      <vt:lpstr>Georgia</vt:lpstr>
      <vt:lpstr>Times New Roman</vt:lpstr>
      <vt:lpstr>Office Theme</vt:lpstr>
      <vt:lpstr>How Python Runs Programs  </vt:lpstr>
      <vt:lpstr>Learning Objectives</vt:lpstr>
      <vt:lpstr>What is Python Interpreter ? </vt:lpstr>
      <vt:lpstr>Two Views of Running a Program</vt:lpstr>
      <vt:lpstr>Python’s Internal Execution Model</vt:lpstr>
      <vt:lpstr>Clear Diagram Of Execution Model</vt:lpstr>
      <vt:lpstr>Bytecode in Detail</vt:lpstr>
      <vt:lpstr>Example of real bytecode:</vt:lpstr>
      <vt:lpstr>Why Does Python Use Bytecode?</vt:lpstr>
      <vt:lpstr>Development&amp; Performance Advantages</vt:lpstr>
      <vt:lpstr>Python Implementation Alternatives</vt:lpstr>
      <vt:lpstr>Standalone Executables (Frozen Binaries)</vt:lpstr>
      <vt:lpstr>Chapter Summary</vt:lpstr>
      <vt:lpstr>Quiz – Test Your Knowledge</vt:lpstr>
      <vt:lpstr>How You Run Programs </vt:lpstr>
      <vt:lpstr>Learning Objectives</vt:lpstr>
      <vt:lpstr>Installing Python (Quick Reminder) </vt:lpstr>
      <vt:lpstr>Two Main Ways to Run Code </vt:lpstr>
      <vt:lpstr>Starting The Interactive REPL </vt:lpstr>
      <vt:lpstr>Important Conventions </vt:lpstr>
      <vt:lpstr>Running Code Interactively  (Why Use REPL?) </vt:lpstr>
      <vt:lpstr>First Real Script </vt:lpstr>
      <vt:lpstr>Running Scripts with Command Lines </vt:lpstr>
      <vt:lpstr>Command-Line Variations </vt:lpstr>
      <vt:lpstr>Other Ways to Run Files </vt:lpstr>
      <vt:lpstr>Other IDEs for Python </vt:lpstr>
      <vt:lpstr>Running Code in Code (Imports &amp; More) </vt:lpstr>
      <vt:lpstr>Reloading Modules </vt:lpstr>
      <vt:lpstr>Module Attributes – First Look </vt:lpstr>
      <vt:lpstr>Module Attributes – Bigger Example </vt:lpstr>
      <vt:lpstr>The exec Built-in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SAMANDAR GOFURJONOV 586625</cp:lastModifiedBy>
  <cp:revision>2</cp:revision>
  <dcterms:created xsi:type="dcterms:W3CDTF">2013-01-27T09:14:16Z</dcterms:created>
  <dcterms:modified xsi:type="dcterms:W3CDTF">2026-04-06T21:04:00Z</dcterms:modified>
  <cp:category/>
</cp:coreProperties>
</file>